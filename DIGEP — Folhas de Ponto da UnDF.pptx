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3" r:id="rId17"/>
  </p:sldIdLst>
  <p:sldSz cx="12192000" cy="6858000"/>
  <p:notesSz cx="6858000" cy="12192000"/>
  <p:embeddedFontLst>
    <p:embeddedFont>
      <p:font typeface="IBM Plex Sans" panose="020B0503050203000203" pitchFamily="34" charset="0"/>
      <p:regular r:id="rId19"/>
      <p:bold r:id="rId20"/>
    </p:embeddedFont>
    <p:embeddedFont>
      <p:font typeface="JetBrains Mono" panose="020B0604020202020204" charset="0"/>
      <p:regular r:id="rId21"/>
      <p:bold r:id="rId22"/>
    </p:embeddedFont>
    <p:embeddedFont>
      <p:font typeface="Space Grotesk" panose="020B0604020202020204" charset="0"/>
      <p:regular r:id="rId23"/>
      <p:bold r:id="rId2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7" d="100"/>
          <a:sy n="117" d="100"/>
        </p:scale>
        <p:origin x="31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briel Paulino" userId="8052bc6f2847c0a6" providerId="LiveId" clId="{DE69FDB9-57C7-4C2F-8447-F1E539EA07C5}"/>
    <pc:docChg chg="delSld">
      <pc:chgData name="Gabriel Paulino" userId="8052bc6f2847c0a6" providerId="LiveId" clId="{DE69FDB9-57C7-4C2F-8447-F1E539EA07C5}" dt="2026-10-28T01:59:24.430" v="1" actId="2696"/>
      <pc:docMkLst>
        <pc:docMk/>
      </pc:docMkLst>
      <pc:sldChg chg="del">
        <pc:chgData name="Gabriel Paulino" userId="8052bc6f2847c0a6" providerId="LiveId" clId="{DE69FDB9-57C7-4C2F-8447-F1E539EA07C5}" dt="2026-10-28T01:59:16.404" v="0" actId="2696"/>
        <pc:sldMkLst>
          <pc:docMk/>
          <pc:sldMk cId="0" sldId="271"/>
        </pc:sldMkLst>
      </pc:sldChg>
      <pc:sldChg chg="del">
        <pc:chgData name="Gabriel Paulino" userId="8052bc6f2847c0a6" providerId="LiveId" clId="{DE69FDB9-57C7-4C2F-8447-F1E539EA07C5}" dt="2026-10-28T01:59:24.430" v="1" actId="2696"/>
        <pc:sldMkLst>
          <pc:docMk/>
          <pc:sldMk cId="0" sldId="27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65490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Abertura (sugestão: Gabriel). Apresentar o grupo e o projeto em uma frase: o DIGEP é um aplicativo de desktop que cuida do ciclo mensal das folhas de ponto dos servidores da UnDF, da geração ao arquivamento. A imagem à direita é a tela inicial real do aplicativo.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Problema (sugestão: Gabriel). Mostrar que o trabalho não é uma tarefa, é um ciclo que se repete todo mês: gerar, enviar, assinar, devolver, identificar e arquivar. As etapas 5 e 6 são as mais cansativas: abrir cada página escaneada, descobrir de quem é e de que mês, e salvar com o nome certo. O número 137 vem da planilha de professores que a DIGEP nos passou para teste. [Se souberem como a DIGEP fazia antes, contem aqui em uma frase.]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Requisitos (sugestão: Gabriel). Estes são os cinco grupos de requisitos que a DIGEP e o professor nos passaram. Vale ler só os títulos e dizer que nos próximos slides mostramos cada um funcionando. Se perguntarem: a lista completa tinha subitens (por exemplo, sanitização de nomes e backup _OLD_ nas folhas), e todos foram testados.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Ideia central (sugestão: João Paulo). Este é o princípio de design que guiou tudo: automatizar o repetitivo, mas manter uma pessoa no controle. Cada fluxo tem uma etapa de conferência antes de gravar ou enviar, e uma folha que o sistema não reconhece aparece como "Não identificado", nunca atribuída a alguém por palpite.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Visão geral (sugestão: João Paulo). Esta é a tela inicial real. O aplicativo gira em torno de duas tarefas, e cada uma virou um fluxo passo a passo com etapas numeradas, como um assistente de instalação. O usuário não precisa saber a ordem das coisas: o fluxo leva até o fim e gera o relatório de auditoria.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Fluxo 1 (sugestão: João Paulo). Três etapas no topo da tela: mês e planilha, conferir, enviar. A tela mostra a etapa 3, com os botões de seleção por grupo. O PDF é gerado a partir do modelo oficial em Word, então a folha sai exatamente no formato da UnDF. O tempo de 11 segundos para 4 folhas foi medido no nosso teste final, com o Word real.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Calendário (sugestão: João Paulo). À esquerda, a tela do calendário com a planilha de feriados de 2026 que a DIGEP nos passou: 39 datas. À direita, uma folha de outubro gerada pelo sistema: o dia 12 (Nossa Senhora Aparecida, feriado nacional), o 15 (Dia do Professor, recesso acadêmico) e o 28 (Dia do Servidor Público, ponto facultativo) já saem marcados e descritos em Observações. Antes, isso teria que ser escrito em cada folha.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Fluxo 2 (sugestão: Ricardo). Este é o coração do projeto. Na tela, um PDF com quatro folhas de outubro: três geradas pelo sistema (lidas pelo texto do PDF) e uma foto de celular (lida por OCR). A coluna Identificação mostra como cada folha foi reconhecida. Se algo estiver errado, a pessoa escolhe o servidor ou o mês no painel da direita. No teste com os arquivos reais da DIGEP: 16 páginas, 13 de servidores cadastrados, todas identificadas com o mês certo; as outras 3 eram de pessoas fora da planilha e ficaram como "Não identificado".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Identificação (sugestão: Ricardo). A cadeia vai do mais barato ao mais caro. 1: se o PDF já tem texto (folha gerada pelo sistema), lê direto. 2: se é escaneado, roda o OCR Tesseract em até três versões da imagem (200 dpi, 300 dpi binarizada, 300 dpi), porque às vezes uma resolução não lê o cabeçalho e outra lê. 3: só se ainda não achou, endireita a página: detecta se está deitada ou de ponta-cabeça e corrige inclinação de até 20 graus. 4: as regras procuram a matrícula, depois o nome completo, e a linha REFERÊNCIA com mês e ano. 5: tudo passa pela conferência. Os 2 segundos por página vêm do teste com os PDFs da DIGEP: 16 páginas em cerca de 32 segundos.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Fotos (sugestão: Ricardo). Muitos professores vão fotografar a folha em vez de escanear. Testamos isso: pegamos as 13 folhas escaneadas da DIGEP e simulamos fotos de celular com inclinação, perspectiva, sombra, compressão do WhatsApp e desfoque. A primeira coluna é o resultado antes da melhoria que endireita a página; a segunda, depois. O que derrubava a leitura era a rotação, e isso foi resolvido. Desfoque continua sendo um limite: aí a pessoa pede uma foto nova. A foto à esquerda é real, tirada por um de nós, e foi reconhecida (servidor e mês) na primeira leitura. Observação importante: o sistema só aceita PDF, então a foto precisa ser enviada como PDF; apps como o digitalizador do Google Drive já fazem isso e ainda recortam a folha.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Arquivamento (sugestão: Ricardo). Depois da conferência, cada folha é gravada numa pasta do mês, com o nome do servidor sem acentos nem espaços, para funcionar em qualquer computador e na pasta de rede. Se chegar uma nova digitalização de uma folha já arquivada, o sistema pede confirmação e guarda a anterior com o sufixo _OLD_ mais data e hora: nada é perdido. Se for exatamente o mesmo arquivo de novo, ele só avisa que a folha já foi importada. O arquivo em laranja é um backup desse tipo.</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Servidores (sugestão: Lucas). A base de servidores vem de uma planilha, que pode ser o .xls antigo ou o .xlsx. Antes de gravar, o sistema mostra um resumo: no teste com a planilha da DIGEP, 137 novos; com a segunda planilha, 1 novo, 2 atualizados e 2 sem alteração. Se a pessoa recusar, nada muda. A busca aceita CPF digitado com ou sem pontos, que foi um dos problemas que encontramos e corrigimos nos testes. Os nomes na tela são fictícios, da planilha de exemplo.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E-mails (sugestão: Lucas). O envio usa o servidor SMTP da instituição, ou o Outlook do computador. No teste final usamos um servidor SMTP de verdade rodando localmente: 3 e-mails entregues com a folha em PDF anexada e 1 recusado pelo servidor; o recusado apareceu no grupo "com erro", foi reenviado depois de corrigir o endereço e, num segundo reenvio, o sistema disse que não havia mais nada a reenviar. Se o servidor de e-mail cair no meio do envio, cada falha fica registrada com o motivo. A tela mostra a auditoria: cada operação tem um relatório em PDF.</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Arquitetura (sugestão: Lucas). Seguimos a arquitetura limpa: as dependências só apontam para dentro. O domínio tem as regras puras, como descobrir servidor e mês a partir do texto e montar o nome do arquivo. A aplicação tem os casos de uso e define portas, que são interfaces. A infraestrutura implementa essas portas com as ferramentas concretas: SQLite, Tesseract, Word, Excel, SMTP. Ganho prático: a aplicação não conhece nenhuma dessas ferramentas, então nos testes automatizados trocamos o e-mail e o leitor de folhas por versões falsas, e os testes rodam em segundos. Tudo é montado num único ponto, a função montar_servicos.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Portátil (sugestão: Lucas). A DIGEP queria algo sem instalação e sem login. O .exe roda direto da pasta de rede e guarda o banco SQLite e as folhas ao lado dele. Como várias pessoas podem abrir o mesmo arquivo, criamos uma trava: um arquivo de lock com um "batimento" periódico. Quem abre depois recebe o aviso, e a faixa laranja da tela aparece se outra pessoa estiver usando. Se o computador de quem estava usando travar, o batimento para e a trava expira em 90 segundos, então ninguém fica bloqueado. Testamos rodando o .exe por um caminho de rede, com duas cópias abertas ao mesmo tempo.</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Encerramento (todos). Agradecer e abrir para perguntas. Perguntas prováveis e respostas curtas: "E se a pessoa mandar foto em JPG?" O sistema só aceita PDF, por pedido da DIGEP; apps de digitalização salvam direto em PDF. "E se o OCR errar?" Toda folha passa pela conferência, e quando não há certeza ela aparece como Não identificado. "Precisa instalar alguma coisa?" Só o .exe na pasta de rede, mais o Tesseract para ler folhas escaneadas. "Duas pessoas podem usar ao mesmo tempo?" O sistema avisa quem abrir depois; a recomendação é uma pessoa por vez.</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0E1726"/>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7720"/>
            <a:ext cx="10566400" cy="391120"/>
          </a:xfrm>
          <a:prstGeom prst="rect">
            <a:avLst/>
          </a:prstGeom>
          <a:noFill/>
          <a:ln/>
        </p:spPr>
        <p:txBody>
          <a:bodyPr wrap="square" lIns="0" tIns="0" rIns="0" bIns="0" rtlCol="0" anchor="t"/>
          <a:lstStyle>
            <a:lvl1pPr marL="0" indent="0" algn="l">
              <a:lnSpc>
                <a:spcPct val="115000"/>
              </a:lnSpc>
              <a:buNone/>
              <a:defRPr lang="en-US" sz="2800" dirty="0">
                <a:solidFill>
                  <a:srgbClr val="F3F4EF"/>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2800" dirty="0"/>
          </a:p>
        </p:txBody>
      </p:sp>
      <p:sp>
        <p:nvSpPr>
          <p:cNvPr id="3" name="Text Placeholder 2"/>
          <p:cNvSpPr>
            <a:spLocks noGrp="1"/>
          </p:cNvSpPr>
          <p:nvPr>
            <p:ph type="body" idx="101"/>
          </p:nvPr>
        </p:nvSpPr>
        <p:spPr>
          <a:xfrm>
            <a:off x="812800" y="1823641"/>
            <a:ext cx="10566400" cy="4221559"/>
          </a:xfrm>
          <a:prstGeom prst="rect">
            <a:avLst/>
          </a:prstGeom>
          <a:noFill/>
          <a:ln/>
        </p:spPr>
        <p:txBody>
          <a:bodyPr wrap="square" lIns="0" tIns="0" rIns="0" bIns="0" rtlCol="0" anchor="t"/>
          <a:lstStyle>
            <a:lvl1pPr marL="0" indent="0" algn="l">
              <a:lnSpc>
                <a:spcPct val="140000"/>
              </a:lnSpc>
              <a:buNone/>
              <a:defRPr lang="en-US" sz="1600" dirty="0">
                <a:solidFill>
                  <a:srgbClr val="F3F4EF"/>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background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7720"/>
            <a:ext cx="10566400" cy="391120"/>
          </a:xfrm>
          <a:prstGeom prst="rect">
            <a:avLst/>
          </a:prstGeom>
          <a:noFill/>
          <a:ln/>
        </p:spPr>
        <p:txBody>
          <a:bodyPr wrap="square" lIns="0" tIns="0" rIns="0" bIns="0" rtlCol="0" anchor="t"/>
          <a:lstStyle>
            <a:lvl1pPr marL="0" indent="0" algn="l">
              <a:lnSpc>
                <a:spcPct val="115000"/>
              </a:lnSpc>
              <a:buNone/>
              <a:defRPr lang="en-US" sz="2800" dirty="0">
                <a:solidFill>
                  <a:srgbClr val="F3F4EF"/>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2800" dirty="0"/>
          </a:p>
        </p:txBody>
      </p:sp>
      <p:sp>
        <p:nvSpPr>
          <p:cNvPr id="3" name="Text Placeholder 2"/>
          <p:cNvSpPr>
            <a:spLocks noGrp="1"/>
          </p:cNvSpPr>
          <p:nvPr>
            <p:ph type="body" idx="101"/>
          </p:nvPr>
        </p:nvSpPr>
        <p:spPr>
          <a:xfrm>
            <a:off x="812800" y="1823641"/>
            <a:ext cx="10566400" cy="4221559"/>
          </a:xfrm>
          <a:prstGeom prst="rect">
            <a:avLst/>
          </a:prstGeom>
          <a:noFill/>
          <a:ln/>
        </p:spPr>
        <p:txBody>
          <a:bodyPr wrap="square" lIns="0" tIns="0" rIns="0" bIns="0" rtlCol="0" anchor="t"/>
          <a:lstStyle>
            <a:lvl1pPr marL="0" indent="0" algn="l">
              <a:lnSpc>
                <a:spcPct val="140000"/>
              </a:lnSpc>
              <a:buNone/>
              <a:defRPr lang="en-US" sz="1600" dirty="0">
                <a:solidFill>
                  <a:srgbClr val="F3F4EF"/>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E1726"/>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7720"/>
            <a:ext cx="10566400" cy="391120"/>
          </a:xfrm>
          <a:prstGeom prst="rect">
            <a:avLst/>
          </a:prstGeom>
          <a:noFill/>
          <a:ln/>
        </p:spPr>
        <p:txBody>
          <a:bodyPr wrap="square" lIns="0" tIns="0" rIns="0" bIns="0" rtlCol="0" anchor="t"/>
          <a:lstStyle>
            <a:lvl1pPr marL="0" indent="0" algn="l">
              <a:lnSpc>
                <a:spcPct val="115000"/>
              </a:lnSpc>
              <a:buNone/>
              <a:defRPr lang="en-US" sz="2800" dirty="0">
                <a:solidFill>
                  <a:srgbClr val="F3F4EF"/>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2800" dirty="0"/>
          </a:p>
        </p:txBody>
      </p:sp>
      <p:sp>
        <p:nvSpPr>
          <p:cNvPr id="3" name="Text Placeholder 2"/>
          <p:cNvSpPr>
            <a:spLocks noGrp="1"/>
          </p:cNvSpPr>
          <p:nvPr>
            <p:ph type="body" idx="101"/>
          </p:nvPr>
        </p:nvSpPr>
        <p:spPr>
          <a:xfrm>
            <a:off x="812800" y="1823641"/>
            <a:ext cx="10566400" cy="4221559"/>
          </a:xfrm>
          <a:prstGeom prst="rect">
            <a:avLst/>
          </a:prstGeom>
          <a:noFill/>
          <a:ln/>
        </p:spPr>
        <p:txBody>
          <a:bodyPr wrap="square" lIns="0" tIns="0" rIns="0" bIns="0" rtlCol="0" anchor="t"/>
          <a:lstStyle>
            <a:lvl1pPr marL="0" indent="0" algn="l">
              <a:lnSpc>
                <a:spcPct val="140000"/>
              </a:lnSpc>
              <a:buNone/>
              <a:defRPr lang="en-US" sz="1600" dirty="0">
                <a:solidFill>
                  <a:srgbClr val="F3F4EF"/>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Tela inicial do DIGEP com os dois fluxos: gerar e enviar folhas de ponto, e enviar folhas assinadas"/>
          <p:cNvPicPr>
            <a:picLocks noChangeAspect="1"/>
          </p:cNvPicPr>
          <p:nvPr/>
        </p:nvPicPr>
        <p:blipFill>
          <a:blip r:embed="rId3"/>
          <a:srcRect l="-70" r="-70"/>
          <a:stretch/>
        </p:blipFill>
        <p:spPr>
          <a:xfrm>
            <a:off x="5899150" y="1581150"/>
            <a:ext cx="5473700" cy="3416300"/>
          </a:xfrm>
          <a:prstGeom prst="roundRect">
            <a:avLst>
              <a:gd name="adj" fmla="val 2788"/>
            </a:avLst>
          </a:prstGeom>
          <a:effectLst>
            <a:outerShdw blurRad="609600" dist="203200" dir="5400000" algn="bl" rotWithShape="0">
              <a:srgbClr val="000000">
                <a:alpha val="55000"/>
              </a:srgbClr>
            </a:outerShdw>
          </a:effectLst>
        </p:spPr>
      </p:pic>
      <p:sp>
        <p:nvSpPr>
          <p:cNvPr id="3" name="Shape 0"/>
          <p:cNvSpPr/>
          <p:nvPr/>
        </p:nvSpPr>
        <p:spPr>
          <a:xfrm>
            <a:off x="5895975" y="1577975"/>
            <a:ext cx="5480050" cy="3422650"/>
          </a:xfrm>
          <a:prstGeom prst="roundRect">
            <a:avLst>
              <a:gd name="adj" fmla="val 2876"/>
            </a:avLst>
          </a:prstGeom>
          <a:noFill/>
          <a:ln w="6350">
            <a:solidFill>
              <a:srgbClr val="2E4266"/>
            </a:solidFill>
            <a:prstDash val="solid"/>
          </a:ln>
        </p:spPr>
        <p:txBody>
          <a:bodyPr/>
          <a:lstStyle/>
          <a:p>
            <a:endParaRPr lang="pt-BR"/>
          </a:p>
        </p:txBody>
      </p:sp>
      <p:sp>
        <p:nvSpPr>
          <p:cNvPr id="4" name="Text 1"/>
          <p:cNvSpPr/>
          <p:nvPr/>
        </p:nvSpPr>
        <p:spPr>
          <a:xfrm>
            <a:off x="812800" y="812800"/>
            <a:ext cx="4709160" cy="23872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7AAAF2"/>
                </a:solidFill>
                <a:latin typeface="IBM Plex Sans" pitchFamily="34" charset="0"/>
                <a:ea typeface="IBM Plex Sans" pitchFamily="34" charset="-122"/>
                <a:cs typeface="IBM Plex Sans" pitchFamily="34" charset="-120"/>
              </a:rPr>
              <a:t>UNDF · UNIVERSIDADE DO DISTRITO FEDERAL</a:t>
            </a:r>
            <a:endParaRPr lang="en-US" sz="1200" dirty="0"/>
          </a:p>
        </p:txBody>
      </p:sp>
      <p:sp>
        <p:nvSpPr>
          <p:cNvPr id="5" name="Text 2"/>
          <p:cNvSpPr>
            <a:spLocks noGrp="1"/>
          </p:cNvSpPr>
          <p:nvPr>
            <p:ph type="title"/>
          </p:nvPr>
        </p:nvSpPr>
        <p:spPr>
          <a:xfrm>
            <a:off x="812800" y="1178520"/>
            <a:ext cx="4709160" cy="939800"/>
          </a:xfrm>
          <a:prstGeom prst="rect">
            <a:avLst/>
          </a:prstGeom>
          <a:noFill/>
          <a:ln/>
        </p:spPr>
        <p:txBody>
          <a:bodyPr wrap="square" lIns="0" tIns="0" rIns="0" bIns="0" rtlCol="0" anchor="t">
            <a:normAutofit/>
          </a:bodyPr>
          <a:lstStyle/>
          <a:p>
            <a:pPr marL="0" indent="0" algn="l">
              <a:lnSpc>
                <a:spcPts val="7200"/>
              </a:lnSpc>
              <a:buNone/>
            </a:pPr>
            <a:r>
              <a:rPr lang="en-US" sz="7200" b="1" i="0" kern="0" spc="-145" dirty="0">
                <a:solidFill>
                  <a:srgbClr val="F3F4EF"/>
                </a:solidFill>
                <a:latin typeface="Space Grotesk" pitchFamily="34" charset="0"/>
                <a:ea typeface="Space Grotesk" pitchFamily="34" charset="-122"/>
                <a:cs typeface="Space Grotesk" pitchFamily="34" charset="-120"/>
              </a:rPr>
              <a:t>DIGEP</a:t>
            </a:r>
            <a:endParaRPr lang="en-US" sz="7200" dirty="0"/>
          </a:p>
        </p:txBody>
      </p:sp>
      <p:sp>
        <p:nvSpPr>
          <p:cNvPr id="6" name="Text 3"/>
          <p:cNvSpPr/>
          <p:nvPr/>
        </p:nvSpPr>
        <p:spPr>
          <a:xfrm>
            <a:off x="812800" y="2245320"/>
            <a:ext cx="4709160"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6C2D4"/>
                </a:solidFill>
                <a:latin typeface="IBM Plex Sans" pitchFamily="34" charset="0"/>
                <a:ea typeface="IBM Plex Sans" pitchFamily="34" charset="-122"/>
                <a:cs typeface="IBM Plex Sans" pitchFamily="34" charset="-120"/>
              </a:rPr>
              <a:t>Folhas de ponto geradas, enviadas, assinadas, identificadas e arquivadas, sem papelada.</a:t>
            </a:r>
            <a:endParaRPr lang="en-US" sz="1600" dirty="0"/>
          </a:p>
        </p:txBody>
      </p:sp>
      <p:sp>
        <p:nvSpPr>
          <p:cNvPr id="7" name="Text 4"/>
          <p:cNvSpPr/>
          <p:nvPr/>
        </p:nvSpPr>
        <p:spPr>
          <a:xfrm>
            <a:off x="812800" y="5496620"/>
            <a:ext cx="470916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7AAAF2"/>
                </a:solidFill>
                <a:latin typeface="IBM Plex Sans" pitchFamily="34" charset="0"/>
                <a:ea typeface="IBM Plex Sans" pitchFamily="34" charset="-122"/>
                <a:cs typeface="IBM Plex Sans" pitchFamily="34" charset="-120"/>
              </a:rPr>
              <a:t>Engenharia de Software · 5º semestre</a:t>
            </a:r>
            <a:endParaRPr lang="en-US" sz="1200" dirty="0"/>
          </a:p>
        </p:txBody>
      </p:sp>
      <p:sp>
        <p:nvSpPr>
          <p:cNvPr id="8" name="Text 5"/>
          <p:cNvSpPr/>
          <p:nvPr/>
        </p:nvSpPr>
        <p:spPr>
          <a:xfrm>
            <a:off x="812800" y="5760740"/>
            <a:ext cx="470916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3F4EF"/>
                </a:solidFill>
                <a:latin typeface="IBM Plex Sans" pitchFamily="34" charset="0"/>
                <a:ea typeface="IBM Plex Sans" pitchFamily="34" charset="-122"/>
                <a:cs typeface="IBM Plex Sans" pitchFamily="34" charset="-120"/>
              </a:rPr>
              <a:t>Gabriel · João Paulo · Ricardo · Lucas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C66C2"/>
                </a:solidFill>
                <a:latin typeface="IBM Plex Sans" pitchFamily="34" charset="0"/>
                <a:ea typeface="IBM Plex Sans" pitchFamily="34" charset="-122"/>
                <a:cs typeface="IBM Plex Sans" pitchFamily="34" charset="-120"/>
              </a:rPr>
              <a:t>O PROBLEMA</a:t>
            </a:r>
            <a:endParaRPr lang="en-US" sz="1200" dirty="0"/>
          </a:p>
        </p:txBody>
      </p:sp>
      <p:sp>
        <p:nvSpPr>
          <p:cNvPr id="3" name="Text 1"/>
          <p:cNvSpPr>
            <a:spLocks noGrp="1"/>
          </p:cNvSpPr>
          <p:nvPr>
            <p:ph type="title"/>
          </p:nvPr>
        </p:nvSpPr>
        <p:spPr>
          <a:xfrm>
            <a:off x="812800" y="112772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21C2E"/>
                </a:solidFill>
                <a:latin typeface="Space Grotesk" pitchFamily="34" charset="0"/>
                <a:ea typeface="Space Grotesk" pitchFamily="34" charset="-122"/>
                <a:cs typeface="Space Grotesk" pitchFamily="34" charset="-120"/>
              </a:rPr>
              <a:t>Uma folha de ponto, seis etapas, todo mês</a:t>
            </a:r>
            <a:endParaRPr lang="en-US" sz="2800" dirty="0"/>
          </a:p>
        </p:txBody>
      </p:sp>
      <p:sp>
        <p:nvSpPr>
          <p:cNvPr id="4" name="Shape 2"/>
          <p:cNvSpPr/>
          <p:nvPr/>
        </p:nvSpPr>
        <p:spPr>
          <a:xfrm>
            <a:off x="815975" y="1826816"/>
            <a:ext cx="3414117" cy="1540371"/>
          </a:xfrm>
          <a:prstGeom prst="roundRect">
            <a:avLst>
              <a:gd name="adj" fmla="val 6390"/>
            </a:avLst>
          </a:prstGeom>
          <a:solidFill>
            <a:srgbClr val="FBFBF8"/>
          </a:solidFill>
          <a:ln w="6350">
            <a:solidFill>
              <a:srgbClr val="DCDFD8"/>
            </a:solidFill>
            <a:prstDash val="solid"/>
          </a:ln>
        </p:spPr>
        <p:txBody>
          <a:bodyPr/>
          <a:lstStyle/>
          <a:p>
            <a:endParaRPr lang="pt-BR"/>
          </a:p>
        </p:txBody>
      </p:sp>
      <p:pic>
        <p:nvPicPr>
          <p:cNvPr id="5" name="Image 0" descr="Settings"/>
          <p:cNvPicPr>
            <a:picLocks noChangeAspect="1"/>
          </p:cNvPicPr>
          <p:nvPr/>
        </p:nvPicPr>
        <p:blipFill>
          <a:blip r:embed="rId3"/>
          <a:srcRect/>
          <a:stretch/>
        </p:blipFill>
        <p:spPr>
          <a:xfrm>
            <a:off x="1022350" y="2033191"/>
            <a:ext cx="254000" cy="254000"/>
          </a:xfrm>
          <a:prstGeom prst="rect">
            <a:avLst/>
          </a:prstGeom>
        </p:spPr>
      </p:pic>
      <p:sp>
        <p:nvSpPr>
          <p:cNvPr id="6" name="Text 3"/>
          <p:cNvSpPr/>
          <p:nvPr/>
        </p:nvSpPr>
        <p:spPr>
          <a:xfrm>
            <a:off x="1377950" y="2053530"/>
            <a:ext cx="233759"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C66C2"/>
                </a:solidFill>
                <a:latin typeface="IBM Plex Sans" pitchFamily="34" charset="0"/>
                <a:ea typeface="IBM Plex Sans" pitchFamily="34" charset="-122"/>
                <a:cs typeface="IBM Plex Sans" pitchFamily="34" charset="-120"/>
              </a:rPr>
              <a:t>01</a:t>
            </a:r>
            <a:endParaRPr lang="en-US" sz="1200" dirty="0"/>
          </a:p>
        </p:txBody>
      </p:sp>
      <p:sp>
        <p:nvSpPr>
          <p:cNvPr id="7" name="Text 4"/>
          <p:cNvSpPr/>
          <p:nvPr/>
        </p:nvSpPr>
        <p:spPr>
          <a:xfrm>
            <a:off x="1022350" y="2388791"/>
            <a:ext cx="3091408"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21C2E"/>
                </a:solidFill>
                <a:latin typeface="Space Grotesk" pitchFamily="34" charset="0"/>
                <a:ea typeface="Space Grotesk" pitchFamily="34" charset="-122"/>
                <a:cs typeface="Space Grotesk" pitchFamily="34" charset="-120"/>
              </a:rPr>
              <a:t>Gerar</a:t>
            </a:r>
            <a:endParaRPr lang="en-US" sz="1600" dirty="0"/>
          </a:p>
        </p:txBody>
      </p:sp>
      <p:sp>
        <p:nvSpPr>
          <p:cNvPr id="8" name="Text 5"/>
          <p:cNvSpPr/>
          <p:nvPr/>
        </p:nvSpPr>
        <p:spPr>
          <a:xfrm>
            <a:off x="1022350" y="2734171"/>
            <a:ext cx="3091408"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A folha de cada servidor, com os feriados e recessos do mês.</a:t>
            </a:r>
            <a:endParaRPr lang="en-US" sz="1200" dirty="0"/>
          </a:p>
        </p:txBody>
      </p:sp>
      <p:sp>
        <p:nvSpPr>
          <p:cNvPr id="9" name="Shape 6"/>
          <p:cNvSpPr/>
          <p:nvPr/>
        </p:nvSpPr>
        <p:spPr>
          <a:xfrm>
            <a:off x="4388842" y="1826816"/>
            <a:ext cx="3414216" cy="1540371"/>
          </a:xfrm>
          <a:prstGeom prst="roundRect">
            <a:avLst>
              <a:gd name="adj" fmla="val 6390"/>
            </a:avLst>
          </a:prstGeom>
          <a:solidFill>
            <a:srgbClr val="FBFBF8"/>
          </a:solidFill>
          <a:ln w="6350">
            <a:solidFill>
              <a:srgbClr val="DCDFD8"/>
            </a:solidFill>
            <a:prstDash val="solid"/>
          </a:ln>
        </p:spPr>
        <p:txBody>
          <a:bodyPr/>
          <a:lstStyle/>
          <a:p>
            <a:endParaRPr lang="pt-BR"/>
          </a:p>
        </p:txBody>
      </p:sp>
      <p:pic>
        <p:nvPicPr>
          <p:cNvPr id="10" name="Image 1" descr="PaperPlane"/>
          <p:cNvPicPr>
            <a:picLocks noChangeAspect="1"/>
          </p:cNvPicPr>
          <p:nvPr/>
        </p:nvPicPr>
        <p:blipFill>
          <a:blip r:embed="rId4"/>
          <a:srcRect/>
          <a:stretch/>
        </p:blipFill>
        <p:spPr>
          <a:xfrm>
            <a:off x="4595217" y="2033191"/>
            <a:ext cx="254000" cy="254000"/>
          </a:xfrm>
          <a:prstGeom prst="rect">
            <a:avLst/>
          </a:prstGeom>
        </p:spPr>
      </p:pic>
      <p:sp>
        <p:nvSpPr>
          <p:cNvPr id="11" name="Text 7"/>
          <p:cNvSpPr/>
          <p:nvPr/>
        </p:nvSpPr>
        <p:spPr>
          <a:xfrm>
            <a:off x="4950817" y="2053530"/>
            <a:ext cx="233759"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C66C2"/>
                </a:solidFill>
                <a:latin typeface="IBM Plex Sans" pitchFamily="34" charset="0"/>
                <a:ea typeface="IBM Plex Sans" pitchFamily="34" charset="-122"/>
                <a:cs typeface="IBM Plex Sans" pitchFamily="34" charset="-120"/>
              </a:rPr>
              <a:t>02</a:t>
            </a:r>
            <a:endParaRPr lang="en-US" sz="1200" dirty="0"/>
          </a:p>
        </p:txBody>
      </p:sp>
      <p:sp>
        <p:nvSpPr>
          <p:cNvPr id="12" name="Text 8"/>
          <p:cNvSpPr/>
          <p:nvPr/>
        </p:nvSpPr>
        <p:spPr>
          <a:xfrm>
            <a:off x="4595217" y="2388791"/>
            <a:ext cx="309151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21C2E"/>
                </a:solidFill>
                <a:latin typeface="Space Grotesk" pitchFamily="34" charset="0"/>
                <a:ea typeface="Space Grotesk" pitchFamily="34" charset="-122"/>
                <a:cs typeface="Space Grotesk" pitchFamily="34" charset="-120"/>
              </a:rPr>
              <a:t>Enviar</a:t>
            </a:r>
            <a:endParaRPr lang="en-US" sz="1600" dirty="0"/>
          </a:p>
        </p:txBody>
      </p:sp>
      <p:sp>
        <p:nvSpPr>
          <p:cNvPr id="13" name="Text 9"/>
          <p:cNvSpPr/>
          <p:nvPr/>
        </p:nvSpPr>
        <p:spPr>
          <a:xfrm>
            <a:off x="4595217" y="2734171"/>
            <a:ext cx="30915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Cada folha para o e-mail do seu servidor.</a:t>
            </a:r>
            <a:endParaRPr lang="en-US" sz="1200" dirty="0"/>
          </a:p>
        </p:txBody>
      </p:sp>
      <p:sp>
        <p:nvSpPr>
          <p:cNvPr id="14" name="Shape 10"/>
          <p:cNvSpPr/>
          <p:nvPr/>
        </p:nvSpPr>
        <p:spPr>
          <a:xfrm>
            <a:off x="7961809" y="1826816"/>
            <a:ext cx="3414216" cy="1540371"/>
          </a:xfrm>
          <a:prstGeom prst="roundRect">
            <a:avLst>
              <a:gd name="adj" fmla="val 6390"/>
            </a:avLst>
          </a:prstGeom>
          <a:solidFill>
            <a:srgbClr val="FBFBF8"/>
          </a:solidFill>
          <a:ln w="6350">
            <a:solidFill>
              <a:srgbClr val="DCDFD8"/>
            </a:solidFill>
            <a:prstDash val="solid"/>
          </a:ln>
        </p:spPr>
        <p:txBody>
          <a:bodyPr/>
          <a:lstStyle/>
          <a:p>
            <a:endParaRPr lang="pt-BR"/>
          </a:p>
        </p:txBody>
      </p:sp>
      <p:pic>
        <p:nvPicPr>
          <p:cNvPr id="15" name="Image 2" descr="Verified"/>
          <p:cNvPicPr>
            <a:picLocks noChangeAspect="1"/>
          </p:cNvPicPr>
          <p:nvPr/>
        </p:nvPicPr>
        <p:blipFill>
          <a:blip r:embed="rId5"/>
          <a:srcRect/>
          <a:stretch/>
        </p:blipFill>
        <p:spPr>
          <a:xfrm>
            <a:off x="8168184" y="2033191"/>
            <a:ext cx="254000" cy="254000"/>
          </a:xfrm>
          <a:prstGeom prst="rect">
            <a:avLst/>
          </a:prstGeom>
        </p:spPr>
      </p:pic>
      <p:sp>
        <p:nvSpPr>
          <p:cNvPr id="16" name="Text 11"/>
          <p:cNvSpPr/>
          <p:nvPr/>
        </p:nvSpPr>
        <p:spPr>
          <a:xfrm>
            <a:off x="8523784" y="2053530"/>
            <a:ext cx="233759"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C66C2"/>
                </a:solidFill>
                <a:latin typeface="IBM Plex Sans" pitchFamily="34" charset="0"/>
                <a:ea typeface="IBM Plex Sans" pitchFamily="34" charset="-122"/>
                <a:cs typeface="IBM Plex Sans" pitchFamily="34" charset="-120"/>
              </a:rPr>
              <a:t>03</a:t>
            </a:r>
            <a:endParaRPr lang="en-US" sz="1200" dirty="0"/>
          </a:p>
        </p:txBody>
      </p:sp>
      <p:sp>
        <p:nvSpPr>
          <p:cNvPr id="17" name="Text 12"/>
          <p:cNvSpPr/>
          <p:nvPr/>
        </p:nvSpPr>
        <p:spPr>
          <a:xfrm>
            <a:off x="8168184" y="2388791"/>
            <a:ext cx="309151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21C2E"/>
                </a:solidFill>
                <a:latin typeface="Space Grotesk" pitchFamily="34" charset="0"/>
                <a:ea typeface="Space Grotesk" pitchFamily="34" charset="-122"/>
                <a:cs typeface="Space Grotesk" pitchFamily="34" charset="-120"/>
              </a:rPr>
              <a:t>Assinar</a:t>
            </a:r>
            <a:endParaRPr lang="en-US" sz="1600" dirty="0"/>
          </a:p>
        </p:txBody>
      </p:sp>
      <p:sp>
        <p:nvSpPr>
          <p:cNvPr id="18" name="Text 13"/>
          <p:cNvSpPr/>
          <p:nvPr/>
        </p:nvSpPr>
        <p:spPr>
          <a:xfrm>
            <a:off x="8168184" y="2734171"/>
            <a:ext cx="30915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O servidor preenche e assina a folha.</a:t>
            </a:r>
            <a:endParaRPr lang="en-US" sz="1200" dirty="0"/>
          </a:p>
        </p:txBody>
      </p:sp>
      <p:sp>
        <p:nvSpPr>
          <p:cNvPr id="19" name="Shape 14"/>
          <p:cNvSpPr/>
          <p:nvPr/>
        </p:nvSpPr>
        <p:spPr>
          <a:xfrm>
            <a:off x="815975" y="3525937"/>
            <a:ext cx="3414117" cy="1540371"/>
          </a:xfrm>
          <a:prstGeom prst="roundRect">
            <a:avLst>
              <a:gd name="adj" fmla="val 6390"/>
            </a:avLst>
          </a:prstGeom>
          <a:solidFill>
            <a:srgbClr val="FBFBF8"/>
          </a:solidFill>
          <a:ln w="6350">
            <a:solidFill>
              <a:srgbClr val="DCDFD8"/>
            </a:solidFill>
            <a:prstDash val="solid"/>
          </a:ln>
        </p:spPr>
        <p:txBody>
          <a:bodyPr/>
          <a:lstStyle/>
          <a:p>
            <a:endParaRPr lang="pt-BR"/>
          </a:p>
        </p:txBody>
      </p:sp>
      <p:pic>
        <p:nvPicPr>
          <p:cNvPr id="20" name="Image 3" descr="Cloud"/>
          <p:cNvPicPr>
            <a:picLocks noChangeAspect="1"/>
          </p:cNvPicPr>
          <p:nvPr/>
        </p:nvPicPr>
        <p:blipFill>
          <a:blip r:embed="rId6"/>
          <a:srcRect/>
          <a:stretch/>
        </p:blipFill>
        <p:spPr>
          <a:xfrm>
            <a:off x="1022350" y="3732312"/>
            <a:ext cx="254000" cy="254000"/>
          </a:xfrm>
          <a:prstGeom prst="rect">
            <a:avLst/>
          </a:prstGeom>
        </p:spPr>
      </p:pic>
      <p:sp>
        <p:nvSpPr>
          <p:cNvPr id="21" name="Text 15"/>
          <p:cNvSpPr/>
          <p:nvPr/>
        </p:nvSpPr>
        <p:spPr>
          <a:xfrm>
            <a:off x="1377950" y="3752652"/>
            <a:ext cx="233759"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C66C2"/>
                </a:solidFill>
                <a:latin typeface="IBM Plex Sans" pitchFamily="34" charset="0"/>
                <a:ea typeface="IBM Plex Sans" pitchFamily="34" charset="-122"/>
                <a:cs typeface="IBM Plex Sans" pitchFamily="34" charset="-120"/>
              </a:rPr>
              <a:t>04</a:t>
            </a:r>
            <a:endParaRPr lang="en-US" sz="1200" dirty="0"/>
          </a:p>
        </p:txBody>
      </p:sp>
      <p:sp>
        <p:nvSpPr>
          <p:cNvPr id="22" name="Text 16"/>
          <p:cNvSpPr/>
          <p:nvPr/>
        </p:nvSpPr>
        <p:spPr>
          <a:xfrm>
            <a:off x="1022350" y="4087912"/>
            <a:ext cx="3091408"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21C2E"/>
                </a:solidFill>
                <a:latin typeface="Space Grotesk" pitchFamily="34" charset="0"/>
                <a:ea typeface="Space Grotesk" pitchFamily="34" charset="-122"/>
                <a:cs typeface="Space Grotesk" pitchFamily="34" charset="-120"/>
              </a:rPr>
              <a:t>Devolver</a:t>
            </a:r>
            <a:endParaRPr lang="en-US" sz="1600" dirty="0"/>
          </a:p>
        </p:txBody>
      </p:sp>
      <p:sp>
        <p:nvSpPr>
          <p:cNvPr id="23" name="Text 17"/>
          <p:cNvSpPr/>
          <p:nvPr/>
        </p:nvSpPr>
        <p:spPr>
          <a:xfrm>
            <a:off x="1022350" y="4433292"/>
            <a:ext cx="3091408"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A folha volta escaneada ou fotografada, muitas num PDF só.</a:t>
            </a:r>
            <a:endParaRPr lang="en-US" sz="1200" dirty="0"/>
          </a:p>
        </p:txBody>
      </p:sp>
      <p:sp>
        <p:nvSpPr>
          <p:cNvPr id="24" name="Shape 18"/>
          <p:cNvSpPr/>
          <p:nvPr/>
        </p:nvSpPr>
        <p:spPr>
          <a:xfrm>
            <a:off x="4388842" y="3525937"/>
            <a:ext cx="3414216" cy="1540371"/>
          </a:xfrm>
          <a:prstGeom prst="roundRect">
            <a:avLst>
              <a:gd name="adj" fmla="val 6390"/>
            </a:avLst>
          </a:prstGeom>
          <a:solidFill>
            <a:srgbClr val="FBFBF8"/>
          </a:solidFill>
          <a:ln w="6350">
            <a:solidFill>
              <a:srgbClr val="DCDFD8"/>
            </a:solidFill>
            <a:prstDash val="solid"/>
          </a:ln>
        </p:spPr>
        <p:txBody>
          <a:bodyPr/>
          <a:lstStyle/>
          <a:p>
            <a:endParaRPr lang="pt-BR"/>
          </a:p>
        </p:txBody>
      </p:sp>
      <p:pic>
        <p:nvPicPr>
          <p:cNvPr id="25" name="Image 4" descr="Search"/>
          <p:cNvPicPr>
            <a:picLocks noChangeAspect="1"/>
          </p:cNvPicPr>
          <p:nvPr/>
        </p:nvPicPr>
        <p:blipFill>
          <a:blip r:embed="rId7"/>
          <a:srcRect/>
          <a:stretch/>
        </p:blipFill>
        <p:spPr>
          <a:xfrm>
            <a:off x="4595217" y="3732312"/>
            <a:ext cx="254000" cy="254000"/>
          </a:xfrm>
          <a:prstGeom prst="rect">
            <a:avLst/>
          </a:prstGeom>
        </p:spPr>
      </p:pic>
      <p:sp>
        <p:nvSpPr>
          <p:cNvPr id="26" name="Text 19"/>
          <p:cNvSpPr/>
          <p:nvPr/>
        </p:nvSpPr>
        <p:spPr>
          <a:xfrm>
            <a:off x="4950817" y="3752652"/>
            <a:ext cx="233759"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C66C2"/>
                </a:solidFill>
                <a:latin typeface="IBM Plex Sans" pitchFamily="34" charset="0"/>
                <a:ea typeface="IBM Plex Sans" pitchFamily="34" charset="-122"/>
                <a:cs typeface="IBM Plex Sans" pitchFamily="34" charset="-120"/>
              </a:rPr>
              <a:t>05</a:t>
            </a:r>
            <a:endParaRPr lang="en-US" sz="1200" dirty="0"/>
          </a:p>
        </p:txBody>
      </p:sp>
      <p:sp>
        <p:nvSpPr>
          <p:cNvPr id="27" name="Text 20"/>
          <p:cNvSpPr/>
          <p:nvPr/>
        </p:nvSpPr>
        <p:spPr>
          <a:xfrm>
            <a:off x="4595217" y="4087912"/>
            <a:ext cx="309151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21C2E"/>
                </a:solidFill>
                <a:latin typeface="Space Grotesk" pitchFamily="34" charset="0"/>
                <a:ea typeface="Space Grotesk" pitchFamily="34" charset="-122"/>
                <a:cs typeface="Space Grotesk" pitchFamily="34" charset="-120"/>
              </a:rPr>
              <a:t>Identificar</a:t>
            </a:r>
            <a:endParaRPr lang="en-US" sz="1600" dirty="0"/>
          </a:p>
        </p:txBody>
      </p:sp>
      <p:sp>
        <p:nvSpPr>
          <p:cNvPr id="28" name="Text 21"/>
          <p:cNvSpPr/>
          <p:nvPr/>
        </p:nvSpPr>
        <p:spPr>
          <a:xfrm>
            <a:off x="4595217" y="4433292"/>
            <a:ext cx="309151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Descobrir de quem é cada página e de que mês.</a:t>
            </a:r>
            <a:endParaRPr lang="en-US" sz="1200" dirty="0"/>
          </a:p>
        </p:txBody>
      </p:sp>
      <p:sp>
        <p:nvSpPr>
          <p:cNvPr id="29" name="Shape 22"/>
          <p:cNvSpPr/>
          <p:nvPr/>
        </p:nvSpPr>
        <p:spPr>
          <a:xfrm>
            <a:off x="7961809" y="3525937"/>
            <a:ext cx="3414216" cy="1540371"/>
          </a:xfrm>
          <a:prstGeom prst="roundRect">
            <a:avLst>
              <a:gd name="adj" fmla="val 6390"/>
            </a:avLst>
          </a:prstGeom>
          <a:solidFill>
            <a:srgbClr val="FBFBF8"/>
          </a:solidFill>
          <a:ln w="6350">
            <a:solidFill>
              <a:srgbClr val="DCDFD8"/>
            </a:solidFill>
            <a:prstDash val="solid"/>
          </a:ln>
        </p:spPr>
        <p:txBody>
          <a:bodyPr/>
          <a:lstStyle/>
          <a:p>
            <a:endParaRPr lang="pt-BR"/>
          </a:p>
        </p:txBody>
      </p:sp>
      <p:pic>
        <p:nvPicPr>
          <p:cNvPr id="30" name="Image 5" descr="Database"/>
          <p:cNvPicPr>
            <a:picLocks noChangeAspect="1"/>
          </p:cNvPicPr>
          <p:nvPr/>
        </p:nvPicPr>
        <p:blipFill>
          <a:blip r:embed="rId8"/>
          <a:srcRect/>
          <a:stretch/>
        </p:blipFill>
        <p:spPr>
          <a:xfrm>
            <a:off x="8168184" y="3732312"/>
            <a:ext cx="254000" cy="254000"/>
          </a:xfrm>
          <a:prstGeom prst="rect">
            <a:avLst/>
          </a:prstGeom>
        </p:spPr>
      </p:pic>
      <p:sp>
        <p:nvSpPr>
          <p:cNvPr id="31" name="Text 23"/>
          <p:cNvSpPr/>
          <p:nvPr/>
        </p:nvSpPr>
        <p:spPr>
          <a:xfrm>
            <a:off x="8523784" y="3752652"/>
            <a:ext cx="233759"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C66C2"/>
                </a:solidFill>
                <a:latin typeface="IBM Plex Sans" pitchFamily="34" charset="0"/>
                <a:ea typeface="IBM Plex Sans" pitchFamily="34" charset="-122"/>
                <a:cs typeface="IBM Plex Sans" pitchFamily="34" charset="-120"/>
              </a:rPr>
              <a:t>06</a:t>
            </a:r>
            <a:endParaRPr lang="en-US" sz="1200" dirty="0"/>
          </a:p>
        </p:txBody>
      </p:sp>
      <p:sp>
        <p:nvSpPr>
          <p:cNvPr id="32" name="Text 24"/>
          <p:cNvSpPr/>
          <p:nvPr/>
        </p:nvSpPr>
        <p:spPr>
          <a:xfrm>
            <a:off x="8168184" y="4087912"/>
            <a:ext cx="309151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21C2E"/>
                </a:solidFill>
                <a:latin typeface="Space Grotesk" pitchFamily="34" charset="0"/>
                <a:ea typeface="Space Grotesk" pitchFamily="34" charset="-122"/>
                <a:cs typeface="Space Grotesk" pitchFamily="34" charset="-120"/>
              </a:rPr>
              <a:t>Arquivar</a:t>
            </a:r>
            <a:endParaRPr lang="en-US" sz="1600" dirty="0"/>
          </a:p>
        </p:txBody>
      </p:sp>
      <p:sp>
        <p:nvSpPr>
          <p:cNvPr id="33" name="Text 25"/>
          <p:cNvSpPr/>
          <p:nvPr/>
        </p:nvSpPr>
        <p:spPr>
          <a:xfrm>
            <a:off x="8168184" y="4433292"/>
            <a:ext cx="309151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Guardar com nome padrão, sem perder a versão anterior.</a:t>
            </a:r>
            <a:endParaRPr lang="en-US" sz="1200" dirty="0"/>
          </a:p>
        </p:txBody>
      </p:sp>
      <p:sp>
        <p:nvSpPr>
          <p:cNvPr id="34" name="Text 26"/>
          <p:cNvSpPr/>
          <p:nvPr/>
        </p:nvSpPr>
        <p:spPr>
          <a:xfrm>
            <a:off x="812800" y="5374283"/>
            <a:ext cx="1088339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21C2E"/>
                </a:solidFill>
                <a:latin typeface="IBM Plex Sans" pitchFamily="34" charset="0"/>
                <a:ea typeface="IBM Plex Sans" pitchFamily="34" charset="-122"/>
                <a:cs typeface="IBM Plex Sans" pitchFamily="34" charset="-120"/>
              </a:rPr>
              <a:t>Na planilha de teste da DIGEP são </a:t>
            </a:r>
            <a:r>
              <a:rPr lang="en-US" sz="1600" b="1" dirty="0">
                <a:solidFill>
                  <a:srgbClr val="121C2E"/>
                </a:solidFill>
                <a:latin typeface="IBM Plex Sans" pitchFamily="34" charset="0"/>
                <a:ea typeface="IBM Plex Sans" pitchFamily="34" charset="-122"/>
                <a:cs typeface="IBM Plex Sans" pitchFamily="34" charset="-120"/>
              </a:rPr>
              <a:t>137 servidores</a:t>
            </a:r>
            <a:r>
              <a:rPr lang="en-US" sz="1600" dirty="0">
                <a:solidFill>
                  <a:srgbClr val="121C2E"/>
                </a:solidFill>
                <a:latin typeface="IBM Plex Sans" pitchFamily="34" charset="0"/>
                <a:ea typeface="IBM Plex Sans" pitchFamily="34" charset="-122"/>
                <a:cs typeface="IBM Plex Sans" pitchFamily="34" charset="-120"/>
              </a:rPr>
              <a:t>: 137 folhas indo e 137 voltando, todo mês.</a:t>
            </a:r>
            <a:endParaRPr lang="en-US" sz="1600" dirty="0"/>
          </a:p>
        </p:txBody>
      </p:sp>
      <p:sp>
        <p:nvSpPr>
          <p:cNvPr id="35" name="Text 27"/>
          <p:cNvSpPr/>
          <p:nvPr/>
        </p:nvSpPr>
        <p:spPr>
          <a:xfrm>
            <a:off x="812800" y="6238280"/>
            <a:ext cx="323433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DIGEP · UnDF · Engenharia de Software</a:t>
            </a:r>
            <a:endParaRPr lang="en-US" sz="1200" dirty="0"/>
          </a:p>
        </p:txBody>
      </p:sp>
      <p:sp>
        <p:nvSpPr>
          <p:cNvPr id="36" name="Text 28"/>
          <p:cNvSpPr/>
          <p:nvPr/>
        </p:nvSpPr>
        <p:spPr>
          <a:xfrm>
            <a:off x="11145441" y="6238280"/>
            <a:ext cx="233759"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A5568"/>
                </a:solidFill>
                <a:latin typeface="IBM Plex Sans" pitchFamily="34" charset="0"/>
                <a:ea typeface="IBM Plex Sans" pitchFamily="34" charset="-122"/>
                <a:cs typeface="IBM Plex Sans"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C66C2"/>
                </a:solidFill>
                <a:latin typeface="IBM Plex Sans" pitchFamily="34" charset="0"/>
                <a:ea typeface="IBM Plex Sans" pitchFamily="34" charset="-122"/>
                <a:cs typeface="IBM Plex Sans" pitchFamily="34" charset="-120"/>
              </a:rPr>
              <a:t>OS REQUISITOS</a:t>
            </a:r>
            <a:endParaRPr lang="en-US" sz="1200" dirty="0"/>
          </a:p>
        </p:txBody>
      </p:sp>
      <p:sp>
        <p:nvSpPr>
          <p:cNvPr id="3" name="Text 1"/>
          <p:cNvSpPr>
            <a:spLocks noGrp="1"/>
          </p:cNvSpPr>
          <p:nvPr>
            <p:ph type="title"/>
          </p:nvPr>
        </p:nvSpPr>
        <p:spPr>
          <a:xfrm>
            <a:off x="812800" y="112772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21C2E"/>
                </a:solidFill>
                <a:latin typeface="Space Grotesk" pitchFamily="34" charset="0"/>
                <a:ea typeface="Space Grotesk" pitchFamily="34" charset="-122"/>
                <a:cs typeface="Space Grotesk" pitchFamily="34" charset="-120"/>
              </a:rPr>
              <a:t>O que a DIGEP pediu</a:t>
            </a:r>
            <a:endParaRPr lang="en-US" sz="2800" dirty="0"/>
          </a:p>
        </p:txBody>
      </p:sp>
      <p:sp>
        <p:nvSpPr>
          <p:cNvPr id="4" name="Shape 2"/>
          <p:cNvSpPr/>
          <p:nvPr/>
        </p:nvSpPr>
        <p:spPr>
          <a:xfrm>
            <a:off x="815975" y="1826816"/>
            <a:ext cx="1984970" cy="2474913"/>
          </a:xfrm>
          <a:prstGeom prst="roundRect">
            <a:avLst>
              <a:gd name="adj" fmla="val 4959"/>
            </a:avLst>
          </a:prstGeom>
          <a:solidFill>
            <a:srgbClr val="FBFBF8"/>
          </a:solidFill>
          <a:ln w="6350">
            <a:solidFill>
              <a:srgbClr val="DCDFD8"/>
            </a:solidFill>
            <a:prstDash val="solid"/>
          </a:ln>
        </p:spPr>
        <p:txBody>
          <a:bodyPr/>
          <a:lstStyle/>
          <a:p>
            <a:endParaRPr lang="pt-BR"/>
          </a:p>
        </p:txBody>
      </p:sp>
      <p:pic>
        <p:nvPicPr>
          <p:cNvPr id="5" name="Image 0" descr="Book"/>
          <p:cNvPicPr>
            <a:picLocks noChangeAspect="1"/>
          </p:cNvPicPr>
          <p:nvPr/>
        </p:nvPicPr>
        <p:blipFill>
          <a:blip r:embed="rId3"/>
          <a:srcRect/>
          <a:stretch/>
        </p:blipFill>
        <p:spPr>
          <a:xfrm>
            <a:off x="1022350" y="2033191"/>
            <a:ext cx="304800" cy="304800"/>
          </a:xfrm>
          <a:prstGeom prst="rect">
            <a:avLst/>
          </a:prstGeom>
        </p:spPr>
      </p:pic>
      <p:sp>
        <p:nvSpPr>
          <p:cNvPr id="6" name="Text 3"/>
          <p:cNvSpPr/>
          <p:nvPr/>
        </p:nvSpPr>
        <p:spPr>
          <a:xfrm>
            <a:off x="1022350" y="2439591"/>
            <a:ext cx="1623020" cy="512961"/>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21C2E"/>
                </a:solidFill>
                <a:latin typeface="Space Grotesk" pitchFamily="34" charset="0"/>
                <a:ea typeface="Space Grotesk" pitchFamily="34" charset="-122"/>
                <a:cs typeface="Space Grotesk" pitchFamily="34" charset="-120"/>
              </a:rPr>
              <a:t>Folhas de ponto</a:t>
            </a:r>
            <a:endParaRPr lang="en-US" sz="1600" dirty="0"/>
          </a:p>
        </p:txBody>
      </p:sp>
      <p:sp>
        <p:nvSpPr>
          <p:cNvPr id="7" name="Text 4"/>
          <p:cNvSpPr/>
          <p:nvPr/>
        </p:nvSpPr>
        <p:spPr>
          <a:xfrm>
            <a:off x="1022350" y="3028752"/>
            <a:ext cx="1623020" cy="109200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Vários PDFs de uma vez, mês lido sozinho, pastas padronizadas e backup das versões substituídas.</a:t>
            </a:r>
            <a:endParaRPr lang="en-US" sz="1200" dirty="0"/>
          </a:p>
        </p:txBody>
      </p:sp>
      <p:sp>
        <p:nvSpPr>
          <p:cNvPr id="8" name="Shape 5"/>
          <p:cNvSpPr/>
          <p:nvPr/>
        </p:nvSpPr>
        <p:spPr>
          <a:xfrm>
            <a:off x="2959695" y="1826816"/>
            <a:ext cx="1984970" cy="2474913"/>
          </a:xfrm>
          <a:prstGeom prst="roundRect">
            <a:avLst>
              <a:gd name="adj" fmla="val 4959"/>
            </a:avLst>
          </a:prstGeom>
          <a:solidFill>
            <a:srgbClr val="FBFBF8"/>
          </a:solidFill>
          <a:ln w="6350">
            <a:solidFill>
              <a:srgbClr val="DCDFD8"/>
            </a:solidFill>
            <a:prstDash val="solid"/>
          </a:ln>
        </p:spPr>
        <p:txBody>
          <a:bodyPr/>
          <a:lstStyle/>
          <a:p>
            <a:endParaRPr lang="pt-BR"/>
          </a:p>
        </p:txBody>
      </p:sp>
      <p:pic>
        <p:nvPicPr>
          <p:cNvPr id="9" name="Image 1" descr="Users"/>
          <p:cNvPicPr>
            <a:picLocks noChangeAspect="1"/>
          </p:cNvPicPr>
          <p:nvPr/>
        </p:nvPicPr>
        <p:blipFill>
          <a:blip r:embed="rId4"/>
          <a:srcRect/>
          <a:stretch/>
        </p:blipFill>
        <p:spPr>
          <a:xfrm>
            <a:off x="3166070" y="2033191"/>
            <a:ext cx="304800" cy="304800"/>
          </a:xfrm>
          <a:prstGeom prst="rect">
            <a:avLst/>
          </a:prstGeom>
        </p:spPr>
      </p:pic>
      <p:sp>
        <p:nvSpPr>
          <p:cNvPr id="10" name="Text 6"/>
          <p:cNvSpPr/>
          <p:nvPr/>
        </p:nvSpPr>
        <p:spPr>
          <a:xfrm>
            <a:off x="3166070" y="2439591"/>
            <a:ext cx="162302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21C2E"/>
                </a:solidFill>
                <a:latin typeface="Space Grotesk" pitchFamily="34" charset="0"/>
                <a:ea typeface="Space Grotesk" pitchFamily="34" charset="-122"/>
                <a:cs typeface="Space Grotesk" pitchFamily="34" charset="-120"/>
              </a:rPr>
              <a:t>Servidores</a:t>
            </a:r>
            <a:endParaRPr lang="en-US" sz="1600" dirty="0"/>
          </a:p>
        </p:txBody>
      </p:sp>
      <p:sp>
        <p:nvSpPr>
          <p:cNvPr id="11" name="Text 7"/>
          <p:cNvSpPr/>
          <p:nvPr/>
        </p:nvSpPr>
        <p:spPr>
          <a:xfrm>
            <a:off x="3166070" y="2784971"/>
            <a:ext cx="1623020" cy="109200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Planilha .xls ou .xlsx validada, resumo antes de gravar e busca por nome, CPF ou matrícula.</a:t>
            </a:r>
            <a:endParaRPr lang="en-US" sz="1200" dirty="0"/>
          </a:p>
        </p:txBody>
      </p:sp>
      <p:sp>
        <p:nvSpPr>
          <p:cNvPr id="12" name="Shape 8"/>
          <p:cNvSpPr/>
          <p:nvPr/>
        </p:nvSpPr>
        <p:spPr>
          <a:xfrm>
            <a:off x="5103416" y="1826816"/>
            <a:ext cx="1985070" cy="2474913"/>
          </a:xfrm>
          <a:prstGeom prst="roundRect">
            <a:avLst>
              <a:gd name="adj" fmla="val 4958"/>
            </a:avLst>
          </a:prstGeom>
          <a:solidFill>
            <a:srgbClr val="FBFBF8"/>
          </a:solidFill>
          <a:ln w="6350">
            <a:solidFill>
              <a:srgbClr val="DCDFD8"/>
            </a:solidFill>
            <a:prstDash val="solid"/>
          </a:ln>
        </p:spPr>
        <p:txBody>
          <a:bodyPr/>
          <a:lstStyle/>
          <a:p>
            <a:endParaRPr lang="pt-BR"/>
          </a:p>
        </p:txBody>
      </p:sp>
      <p:pic>
        <p:nvPicPr>
          <p:cNvPr id="13" name="Image 2" descr="Clock"/>
          <p:cNvPicPr>
            <a:picLocks noChangeAspect="1"/>
          </p:cNvPicPr>
          <p:nvPr/>
        </p:nvPicPr>
        <p:blipFill>
          <a:blip r:embed="rId5"/>
          <a:srcRect/>
          <a:stretch/>
        </p:blipFill>
        <p:spPr>
          <a:xfrm>
            <a:off x="5309791" y="2033191"/>
            <a:ext cx="304800" cy="304800"/>
          </a:xfrm>
          <a:prstGeom prst="rect">
            <a:avLst/>
          </a:prstGeom>
        </p:spPr>
      </p:pic>
      <p:sp>
        <p:nvSpPr>
          <p:cNvPr id="14" name="Text 9"/>
          <p:cNvSpPr/>
          <p:nvPr/>
        </p:nvSpPr>
        <p:spPr>
          <a:xfrm>
            <a:off x="5309791" y="2439591"/>
            <a:ext cx="1623120" cy="512961"/>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21C2E"/>
                </a:solidFill>
                <a:latin typeface="Space Grotesk" pitchFamily="34" charset="0"/>
                <a:ea typeface="Space Grotesk" pitchFamily="34" charset="-122"/>
                <a:cs typeface="Space Grotesk" pitchFamily="34" charset="-120"/>
              </a:rPr>
              <a:t>Calendário acadêmico</a:t>
            </a:r>
            <a:endParaRPr lang="en-US" sz="1600" dirty="0"/>
          </a:p>
        </p:txBody>
      </p:sp>
      <p:sp>
        <p:nvSpPr>
          <p:cNvPr id="15" name="Text 10"/>
          <p:cNvSpPr/>
          <p:nvPr/>
        </p:nvSpPr>
        <p:spPr>
          <a:xfrm>
            <a:off x="5309791" y="3028752"/>
            <a:ext cx="1623120" cy="87868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Feriados e datas especiais por planilha ou à mão, inseridos nas folhas geradas.</a:t>
            </a:r>
            <a:endParaRPr lang="en-US" sz="1200" dirty="0"/>
          </a:p>
        </p:txBody>
      </p:sp>
      <p:sp>
        <p:nvSpPr>
          <p:cNvPr id="16" name="Shape 11"/>
          <p:cNvSpPr/>
          <p:nvPr/>
        </p:nvSpPr>
        <p:spPr>
          <a:xfrm>
            <a:off x="7247235" y="1826816"/>
            <a:ext cx="1984970" cy="2474913"/>
          </a:xfrm>
          <a:prstGeom prst="roundRect">
            <a:avLst>
              <a:gd name="adj" fmla="val 4959"/>
            </a:avLst>
          </a:prstGeom>
          <a:solidFill>
            <a:srgbClr val="FBFBF8"/>
          </a:solidFill>
          <a:ln w="6350">
            <a:solidFill>
              <a:srgbClr val="DCDFD8"/>
            </a:solidFill>
            <a:prstDash val="solid"/>
          </a:ln>
        </p:spPr>
        <p:txBody>
          <a:bodyPr/>
          <a:lstStyle/>
          <a:p>
            <a:endParaRPr lang="pt-BR"/>
          </a:p>
        </p:txBody>
      </p:sp>
      <p:pic>
        <p:nvPicPr>
          <p:cNvPr id="17" name="Image 3" descr="PaperPlane"/>
          <p:cNvPicPr>
            <a:picLocks noChangeAspect="1"/>
          </p:cNvPicPr>
          <p:nvPr/>
        </p:nvPicPr>
        <p:blipFill>
          <a:blip r:embed="rId6"/>
          <a:srcRect/>
          <a:stretch/>
        </p:blipFill>
        <p:spPr>
          <a:xfrm>
            <a:off x="7453610" y="2033191"/>
            <a:ext cx="304800" cy="304800"/>
          </a:xfrm>
          <a:prstGeom prst="rect">
            <a:avLst/>
          </a:prstGeom>
        </p:spPr>
      </p:pic>
      <p:sp>
        <p:nvSpPr>
          <p:cNvPr id="18" name="Text 12"/>
          <p:cNvSpPr/>
          <p:nvPr/>
        </p:nvSpPr>
        <p:spPr>
          <a:xfrm>
            <a:off x="7453610" y="2439591"/>
            <a:ext cx="1623020" cy="512961"/>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21C2E"/>
                </a:solidFill>
                <a:latin typeface="Space Grotesk" pitchFamily="34" charset="0"/>
                <a:ea typeface="Space Grotesk" pitchFamily="34" charset="-122"/>
                <a:cs typeface="Space Grotesk" pitchFamily="34" charset="-120"/>
              </a:rPr>
              <a:t>E-mails e histórico</a:t>
            </a:r>
            <a:endParaRPr lang="en-US" sz="1600" dirty="0"/>
          </a:p>
        </p:txBody>
      </p:sp>
      <p:sp>
        <p:nvSpPr>
          <p:cNvPr id="19" name="Text 13"/>
          <p:cNvSpPr/>
          <p:nvPr/>
        </p:nvSpPr>
        <p:spPr>
          <a:xfrm>
            <a:off x="7453610" y="3028752"/>
            <a:ext cx="1623020" cy="1092002"/>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SMTP institucional: envio manual, em grupo ou reenvio de erros, com registro de tudo.</a:t>
            </a:r>
            <a:endParaRPr lang="en-US" sz="1200" dirty="0"/>
          </a:p>
        </p:txBody>
      </p:sp>
      <p:sp>
        <p:nvSpPr>
          <p:cNvPr id="20" name="Shape 14"/>
          <p:cNvSpPr/>
          <p:nvPr/>
        </p:nvSpPr>
        <p:spPr>
          <a:xfrm>
            <a:off x="9390955" y="1826816"/>
            <a:ext cx="1985070" cy="2474913"/>
          </a:xfrm>
          <a:prstGeom prst="roundRect">
            <a:avLst>
              <a:gd name="adj" fmla="val 4958"/>
            </a:avLst>
          </a:prstGeom>
          <a:solidFill>
            <a:srgbClr val="FBFBF8"/>
          </a:solidFill>
          <a:ln w="6350">
            <a:solidFill>
              <a:srgbClr val="DCDFD8"/>
            </a:solidFill>
            <a:prstDash val="solid"/>
          </a:ln>
        </p:spPr>
        <p:txBody>
          <a:bodyPr/>
          <a:lstStyle/>
          <a:p>
            <a:endParaRPr lang="pt-BR"/>
          </a:p>
        </p:txBody>
      </p:sp>
      <p:pic>
        <p:nvPicPr>
          <p:cNvPr id="21" name="Image 4" descr="Lock"/>
          <p:cNvPicPr>
            <a:picLocks noChangeAspect="1"/>
          </p:cNvPicPr>
          <p:nvPr/>
        </p:nvPicPr>
        <p:blipFill>
          <a:blip r:embed="rId7"/>
          <a:srcRect/>
          <a:stretch/>
        </p:blipFill>
        <p:spPr>
          <a:xfrm>
            <a:off x="9597330" y="2033191"/>
            <a:ext cx="304800" cy="304800"/>
          </a:xfrm>
          <a:prstGeom prst="rect">
            <a:avLst/>
          </a:prstGeom>
        </p:spPr>
      </p:pic>
      <p:sp>
        <p:nvSpPr>
          <p:cNvPr id="22" name="Text 15"/>
          <p:cNvSpPr/>
          <p:nvPr/>
        </p:nvSpPr>
        <p:spPr>
          <a:xfrm>
            <a:off x="9597330" y="2439591"/>
            <a:ext cx="162312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21C2E"/>
                </a:solidFill>
                <a:latin typeface="Space Grotesk" pitchFamily="34" charset="0"/>
                <a:ea typeface="Space Grotesk" pitchFamily="34" charset="-122"/>
                <a:cs typeface="Space Grotesk" pitchFamily="34" charset="-120"/>
              </a:rPr>
              <a:t>Uso portátil</a:t>
            </a:r>
            <a:endParaRPr lang="en-US" sz="1600" dirty="0"/>
          </a:p>
        </p:txBody>
      </p:sp>
      <p:sp>
        <p:nvSpPr>
          <p:cNvPr id="23" name="Text 16"/>
          <p:cNvSpPr/>
          <p:nvPr/>
        </p:nvSpPr>
        <p:spPr>
          <a:xfrm>
            <a:off x="9597330" y="2784971"/>
            <a:ext cx="1623120" cy="87868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Roda de uma pasta de rede, sem login, com trava contra uso simultâneo.</a:t>
            </a:r>
            <a:endParaRPr lang="en-US" sz="1200" dirty="0"/>
          </a:p>
        </p:txBody>
      </p:sp>
      <p:sp>
        <p:nvSpPr>
          <p:cNvPr id="24" name="Text 17"/>
          <p:cNvSpPr/>
          <p:nvPr/>
        </p:nvSpPr>
        <p:spPr>
          <a:xfrm>
            <a:off x="812800" y="4609703"/>
            <a:ext cx="1088339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21C2E"/>
                </a:solidFill>
                <a:latin typeface="IBM Plex Sans" pitchFamily="34" charset="0"/>
                <a:ea typeface="IBM Plex Sans" pitchFamily="34" charset="-122"/>
                <a:cs typeface="IBM Plex Sans" pitchFamily="34" charset="-120"/>
              </a:rPr>
              <a:t>Cada requisito virou uma tela do aplicativo e um conjunto de testes.</a:t>
            </a:r>
            <a:endParaRPr lang="en-US" sz="1600" dirty="0"/>
          </a:p>
        </p:txBody>
      </p:sp>
      <p:sp>
        <p:nvSpPr>
          <p:cNvPr id="25" name="Text 18"/>
          <p:cNvSpPr/>
          <p:nvPr/>
        </p:nvSpPr>
        <p:spPr>
          <a:xfrm>
            <a:off x="812800" y="6238280"/>
            <a:ext cx="323433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DIGEP · UnDF · Engenharia de Software</a:t>
            </a:r>
            <a:endParaRPr lang="en-US" sz="1200" dirty="0"/>
          </a:p>
        </p:txBody>
      </p:sp>
      <p:sp>
        <p:nvSpPr>
          <p:cNvPr id="26" name="Text 19"/>
          <p:cNvSpPr/>
          <p:nvPr/>
        </p:nvSpPr>
        <p:spPr>
          <a:xfrm>
            <a:off x="11145441" y="6238280"/>
            <a:ext cx="233759"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A5568"/>
                </a:solidFill>
                <a:latin typeface="IBM Plex Sans" pitchFamily="34" charset="0"/>
                <a:ea typeface="IBM Plex Sans" pitchFamily="34" charset="-122"/>
                <a:cs typeface="IBM Plex Sans"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9A23B"/>
        </a:solidFill>
        <a:effectLst/>
      </p:bgPr>
    </p:bg>
    <p:spTree>
      <p:nvGrpSpPr>
        <p:cNvPr id="1" name=""/>
        <p:cNvGrpSpPr/>
        <p:nvPr/>
      </p:nvGrpSpPr>
      <p:grpSpPr>
        <a:xfrm>
          <a:off x="0" y="0"/>
          <a:ext cx="0" cy="0"/>
          <a:chOff x="0" y="0"/>
          <a:chExt cx="0" cy="0"/>
        </a:xfrm>
      </p:grpSpPr>
      <p:sp>
        <p:nvSpPr>
          <p:cNvPr id="2" name="Text 0"/>
          <p:cNvSpPr/>
          <p:nvPr/>
        </p:nvSpPr>
        <p:spPr>
          <a:xfrm>
            <a:off x="812800" y="22250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121C2E"/>
                </a:solidFill>
                <a:latin typeface="IBM Plex Sans" pitchFamily="34" charset="0"/>
                <a:ea typeface="IBM Plex Sans" pitchFamily="34" charset="-122"/>
                <a:cs typeface="IBM Plex Sans" pitchFamily="34" charset="-120"/>
              </a:rPr>
              <a:t>A IDEIA CENTRAL</a:t>
            </a:r>
            <a:endParaRPr lang="en-US" sz="1200" dirty="0"/>
          </a:p>
        </p:txBody>
      </p:sp>
      <p:sp>
        <p:nvSpPr>
          <p:cNvPr id="3" name="Text 1"/>
          <p:cNvSpPr>
            <a:spLocks noGrp="1"/>
          </p:cNvSpPr>
          <p:nvPr>
            <p:ph type="title"/>
          </p:nvPr>
        </p:nvSpPr>
        <p:spPr>
          <a:xfrm>
            <a:off x="812800" y="2692400"/>
            <a:ext cx="10883392" cy="1143000"/>
          </a:xfrm>
          <a:prstGeom prst="rect">
            <a:avLst/>
          </a:prstGeom>
          <a:noFill/>
          <a:ln/>
        </p:spPr>
        <p:txBody>
          <a:bodyPr wrap="square" lIns="0" tIns="0" rIns="0" bIns="0" rtlCol="0" anchor="t">
            <a:normAutofit/>
          </a:bodyPr>
          <a:lstStyle/>
          <a:p>
            <a:pPr marL="0" indent="0" algn="l">
              <a:lnSpc>
                <a:spcPts val="4400"/>
              </a:lnSpc>
              <a:buNone/>
            </a:pPr>
            <a:r>
              <a:rPr lang="en-US" sz="4000" b="1" i="0" kern="0" spc="-40" dirty="0">
                <a:solidFill>
                  <a:srgbClr val="121C2E"/>
                </a:solidFill>
                <a:latin typeface="Space Grotesk" pitchFamily="34" charset="0"/>
                <a:ea typeface="Space Grotesk" pitchFamily="34" charset="-122"/>
                <a:cs typeface="Space Grotesk" pitchFamily="34" charset="-120"/>
              </a:rPr>
              <a:t>O sistema faz o trabalho repetitivo.</a:t>
            </a:r>
            <a:endParaRPr lang="en-US" sz="4000" dirty="0"/>
          </a:p>
          <a:p>
            <a:pPr marL="0" indent="0" algn="l">
              <a:lnSpc>
                <a:spcPts val="4400"/>
              </a:lnSpc>
              <a:buNone/>
            </a:pPr>
            <a:r>
              <a:rPr lang="en-US" sz="4000" b="1" i="0" kern="0" spc="-40" dirty="0">
                <a:solidFill>
                  <a:srgbClr val="121C2E"/>
                </a:solidFill>
                <a:latin typeface="Space Grotesk" pitchFamily="34" charset="0"/>
                <a:ea typeface="Space Grotesk" pitchFamily="34" charset="-122"/>
                <a:cs typeface="Space Grotesk" pitchFamily="34" charset="-120"/>
              </a:rPr>
              <a:t>A pessoa só confere e confirma.</a:t>
            </a:r>
            <a:endParaRPr lang="en-US" sz="4000" dirty="0"/>
          </a:p>
        </p:txBody>
      </p:sp>
      <p:sp>
        <p:nvSpPr>
          <p:cNvPr id="4" name="Text 2"/>
          <p:cNvSpPr/>
          <p:nvPr/>
        </p:nvSpPr>
        <p:spPr>
          <a:xfrm>
            <a:off x="812800" y="4064000"/>
            <a:ext cx="7848600"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21C2E"/>
                </a:solidFill>
                <a:latin typeface="IBM Plex Sans" pitchFamily="34" charset="0"/>
                <a:ea typeface="IBM Plex Sans" pitchFamily="34" charset="-122"/>
                <a:cs typeface="IBM Plex Sans" pitchFamily="34" charset="-120"/>
              </a:rPr>
              <a:t>Nada é gravado ou enviado sem uma tela de conferência antes. E, quando o sistema não tem certeza, ele avisa em vez de chutar.</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72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7AAAF2"/>
                </a:solidFill>
                <a:latin typeface="IBM Plex Sans" pitchFamily="34" charset="0"/>
                <a:ea typeface="IBM Plex Sans" pitchFamily="34" charset="-122"/>
                <a:cs typeface="IBM Plex Sans" pitchFamily="34" charset="-120"/>
              </a:rPr>
              <a:t>A SOLUÇÃO</a:t>
            </a:r>
            <a:endParaRPr lang="en-US" sz="1200" dirty="0"/>
          </a:p>
        </p:txBody>
      </p:sp>
      <p:sp>
        <p:nvSpPr>
          <p:cNvPr id="3" name="Text 1"/>
          <p:cNvSpPr>
            <a:spLocks noGrp="1"/>
          </p:cNvSpPr>
          <p:nvPr>
            <p:ph type="title"/>
          </p:nvPr>
        </p:nvSpPr>
        <p:spPr>
          <a:xfrm>
            <a:off x="812800" y="112772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F3F4EF"/>
                </a:solidFill>
                <a:latin typeface="Space Grotesk" pitchFamily="34" charset="0"/>
                <a:ea typeface="Space Grotesk" pitchFamily="34" charset="-122"/>
                <a:cs typeface="Space Grotesk" pitchFamily="34" charset="-120"/>
              </a:rPr>
              <a:t>Dois fluxos guiados, do começo ao fim</a:t>
            </a:r>
            <a:endParaRPr lang="en-US" sz="2800" dirty="0"/>
          </a:p>
        </p:txBody>
      </p:sp>
      <p:sp>
        <p:nvSpPr>
          <p:cNvPr id="4" name="Text 2"/>
          <p:cNvSpPr/>
          <p:nvPr/>
        </p:nvSpPr>
        <p:spPr>
          <a:xfrm>
            <a:off x="812800" y="1772841"/>
            <a:ext cx="4081272"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7AAAF2"/>
                </a:solidFill>
                <a:latin typeface="IBM Plex Sans" pitchFamily="34" charset="0"/>
                <a:ea typeface="IBM Plex Sans" pitchFamily="34" charset="-122"/>
                <a:cs typeface="IBM Plex Sans" pitchFamily="34" charset="-120"/>
              </a:rPr>
              <a:t>1</a:t>
            </a:r>
            <a:r>
              <a:rPr lang="en-US" sz="1600" b="1" dirty="0">
                <a:solidFill>
                  <a:srgbClr val="F3F4EF"/>
                </a:solidFill>
                <a:latin typeface="IBM Plex Sans" pitchFamily="34" charset="0"/>
                <a:ea typeface="IBM Plex Sans" pitchFamily="34" charset="-122"/>
                <a:cs typeface="IBM Plex Sans" pitchFamily="34" charset="-120"/>
              </a:rPr>
              <a:t> Gerar e enviar folhas</a:t>
            </a:r>
            <a:endParaRPr lang="en-US" sz="1600" dirty="0"/>
          </a:p>
        </p:txBody>
      </p:sp>
      <p:sp>
        <p:nvSpPr>
          <p:cNvPr id="5" name="Text 3"/>
          <p:cNvSpPr/>
          <p:nvPr/>
        </p:nvSpPr>
        <p:spPr>
          <a:xfrm>
            <a:off x="812800" y="2108101"/>
            <a:ext cx="408127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6C2D4"/>
                </a:solidFill>
                <a:latin typeface="IBM Plex Sans" pitchFamily="34" charset="0"/>
                <a:ea typeface="IBM Plex Sans" pitchFamily="34" charset="-122"/>
                <a:cs typeface="IBM Plex Sans" pitchFamily="34" charset="-120"/>
              </a:rPr>
              <a:t>Escolhe o mês e a planilha; o sistema gera a folha de cada servidor e envia por e-mail.</a:t>
            </a:r>
            <a:endParaRPr lang="en-US" sz="1200" dirty="0"/>
          </a:p>
        </p:txBody>
      </p:sp>
      <p:sp>
        <p:nvSpPr>
          <p:cNvPr id="6" name="Text 4"/>
          <p:cNvSpPr/>
          <p:nvPr/>
        </p:nvSpPr>
        <p:spPr>
          <a:xfrm>
            <a:off x="812800" y="2737941"/>
            <a:ext cx="4081272"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7AAAF2"/>
                </a:solidFill>
                <a:latin typeface="IBM Plex Sans" pitchFamily="34" charset="0"/>
                <a:ea typeface="IBM Plex Sans" pitchFamily="34" charset="-122"/>
                <a:cs typeface="IBM Plex Sans" pitchFamily="34" charset="-120"/>
              </a:rPr>
              <a:t>2</a:t>
            </a:r>
            <a:r>
              <a:rPr lang="en-US" sz="1600" b="1" dirty="0">
                <a:solidFill>
                  <a:srgbClr val="F3F4EF"/>
                </a:solidFill>
                <a:latin typeface="IBM Plex Sans" pitchFamily="34" charset="0"/>
                <a:ea typeface="IBM Plex Sans" pitchFamily="34" charset="-122"/>
                <a:cs typeface="IBM Plex Sans" pitchFamily="34" charset="-120"/>
              </a:rPr>
              <a:t> Enviar folhas assinadas</a:t>
            </a:r>
            <a:endParaRPr lang="en-US" sz="1600" dirty="0"/>
          </a:p>
        </p:txBody>
      </p:sp>
      <p:sp>
        <p:nvSpPr>
          <p:cNvPr id="7" name="Text 5"/>
          <p:cNvSpPr/>
          <p:nvPr/>
        </p:nvSpPr>
        <p:spPr>
          <a:xfrm>
            <a:off x="812800" y="3073202"/>
            <a:ext cx="408127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6C2D4"/>
                </a:solidFill>
                <a:latin typeface="IBM Plex Sans" pitchFamily="34" charset="0"/>
                <a:ea typeface="IBM Plex Sans" pitchFamily="34" charset="-122"/>
                <a:cs typeface="IBM Plex Sans" pitchFamily="34" charset="-120"/>
              </a:rPr>
              <a:t>Até 200 PDFs por vez; o sistema descobre o servidor e o mês de cada página.</a:t>
            </a:r>
            <a:endParaRPr lang="en-US" sz="1200" dirty="0"/>
          </a:p>
        </p:txBody>
      </p:sp>
      <p:sp>
        <p:nvSpPr>
          <p:cNvPr id="8" name="Text 6"/>
          <p:cNvSpPr/>
          <p:nvPr/>
        </p:nvSpPr>
        <p:spPr>
          <a:xfrm>
            <a:off x="812800" y="3703042"/>
            <a:ext cx="4081272"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3F4EF"/>
                </a:solidFill>
                <a:latin typeface="IBM Plex Sans" pitchFamily="34" charset="0"/>
                <a:ea typeface="IBM Plex Sans" pitchFamily="34" charset="-122"/>
                <a:cs typeface="IBM Plex Sans" pitchFamily="34" charset="-120"/>
              </a:rPr>
              <a:t>Relatório no final</a:t>
            </a:r>
            <a:endParaRPr lang="en-US" sz="1600" dirty="0"/>
          </a:p>
        </p:txBody>
      </p:sp>
      <p:sp>
        <p:nvSpPr>
          <p:cNvPr id="9" name="Text 7"/>
          <p:cNvSpPr/>
          <p:nvPr/>
        </p:nvSpPr>
        <p:spPr>
          <a:xfrm>
            <a:off x="812800" y="4038302"/>
            <a:ext cx="408127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6C2D4"/>
                </a:solidFill>
                <a:latin typeface="IBM Plex Sans" pitchFamily="34" charset="0"/>
                <a:ea typeface="IBM Plex Sans" pitchFamily="34" charset="-122"/>
                <a:cs typeface="IBM Plex Sans" pitchFamily="34" charset="-120"/>
              </a:rPr>
              <a:t>Cada operação termina com um relatório de auditoria em PDF.</a:t>
            </a:r>
            <a:endParaRPr lang="en-US" sz="1200" dirty="0"/>
          </a:p>
        </p:txBody>
      </p:sp>
      <p:sp>
        <p:nvSpPr>
          <p:cNvPr id="10" name="Text 8"/>
          <p:cNvSpPr/>
          <p:nvPr/>
        </p:nvSpPr>
        <p:spPr>
          <a:xfrm>
            <a:off x="812800" y="4668143"/>
            <a:ext cx="4081272"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3F4EF"/>
                </a:solidFill>
                <a:latin typeface="IBM Plex Sans" pitchFamily="34" charset="0"/>
                <a:ea typeface="IBM Plex Sans" pitchFamily="34" charset="-122"/>
                <a:cs typeface="IBM Plex Sans" pitchFamily="34" charset="-120"/>
              </a:rPr>
              <a:t>O resto a um clique</a:t>
            </a:r>
            <a:endParaRPr lang="en-US" sz="1600" dirty="0"/>
          </a:p>
        </p:txBody>
      </p:sp>
      <p:sp>
        <p:nvSpPr>
          <p:cNvPr id="11" name="Text 9"/>
          <p:cNvSpPr/>
          <p:nvPr/>
        </p:nvSpPr>
        <p:spPr>
          <a:xfrm>
            <a:off x="812800" y="5003403"/>
            <a:ext cx="408127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6C2D4"/>
                </a:solidFill>
                <a:latin typeface="IBM Plex Sans" pitchFamily="34" charset="0"/>
                <a:ea typeface="IBM Plex Sans" pitchFamily="34" charset="-122"/>
                <a:cs typeface="IBM Plex Sans" pitchFamily="34" charset="-120"/>
              </a:rPr>
              <a:t>Servidores, Calendário, Arquivo de folhas e Auditoria no menu lateral.</a:t>
            </a:r>
            <a:endParaRPr lang="en-US" sz="1200" dirty="0"/>
          </a:p>
        </p:txBody>
      </p:sp>
      <p:pic>
        <p:nvPicPr>
          <p:cNvPr id="12" name="Image 0" descr="Tela inicial do DIGEP: cartões dos fluxos Gerar e enviar folhas de ponto e Enviar folhas assinadas, e a tabela de últimas operações"/>
          <p:cNvPicPr>
            <a:picLocks noChangeAspect="1"/>
          </p:cNvPicPr>
          <p:nvPr/>
        </p:nvPicPr>
        <p:blipFill>
          <a:blip r:embed="rId3"/>
          <a:srcRect l="-62" r="-62"/>
          <a:stretch/>
        </p:blipFill>
        <p:spPr>
          <a:xfrm>
            <a:off x="5187950" y="1779191"/>
            <a:ext cx="6184900" cy="3860800"/>
          </a:xfrm>
          <a:prstGeom prst="roundRect">
            <a:avLst>
              <a:gd name="adj" fmla="val 2467"/>
            </a:avLst>
          </a:prstGeom>
          <a:effectLst>
            <a:outerShdw blurRad="457200" dist="152400" dir="5400000" algn="bl" rotWithShape="0">
              <a:srgbClr val="000000">
                <a:alpha val="50000"/>
              </a:srgbClr>
            </a:outerShdw>
          </a:effectLst>
        </p:spPr>
      </p:pic>
      <p:sp>
        <p:nvSpPr>
          <p:cNvPr id="13" name="Shape 10"/>
          <p:cNvSpPr/>
          <p:nvPr/>
        </p:nvSpPr>
        <p:spPr>
          <a:xfrm>
            <a:off x="5184775" y="1776016"/>
            <a:ext cx="6191250" cy="3867150"/>
          </a:xfrm>
          <a:prstGeom prst="roundRect">
            <a:avLst>
              <a:gd name="adj" fmla="val 2545"/>
            </a:avLst>
          </a:prstGeom>
          <a:noFill/>
          <a:ln w="6350">
            <a:solidFill>
              <a:srgbClr val="2E4266"/>
            </a:solidFill>
            <a:prstDash val="solid"/>
          </a:ln>
        </p:spPr>
        <p:txBody>
          <a:bodyPr/>
          <a:lstStyle/>
          <a:p>
            <a:endParaRPr lang="pt-BR"/>
          </a:p>
        </p:txBody>
      </p:sp>
      <p:sp>
        <p:nvSpPr>
          <p:cNvPr id="14" name="Text 11"/>
          <p:cNvSpPr/>
          <p:nvPr/>
        </p:nvSpPr>
        <p:spPr>
          <a:xfrm>
            <a:off x="812800" y="6238280"/>
            <a:ext cx="323433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796AD"/>
                </a:solidFill>
                <a:latin typeface="IBM Plex Sans" pitchFamily="34" charset="0"/>
                <a:ea typeface="IBM Plex Sans" pitchFamily="34" charset="-122"/>
                <a:cs typeface="IBM Plex Sans" pitchFamily="34" charset="-120"/>
              </a:rPr>
              <a:t>DIGEP · UnDF · Engenharia de Software</a:t>
            </a:r>
            <a:endParaRPr lang="en-US" sz="1200" dirty="0"/>
          </a:p>
        </p:txBody>
      </p:sp>
      <p:sp>
        <p:nvSpPr>
          <p:cNvPr id="15" name="Text 12"/>
          <p:cNvSpPr/>
          <p:nvPr/>
        </p:nvSpPr>
        <p:spPr>
          <a:xfrm>
            <a:off x="11145441" y="6238280"/>
            <a:ext cx="233759"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796AD"/>
                </a:solidFill>
                <a:latin typeface="IBM Plex Sans" pitchFamily="34" charset="0"/>
                <a:ea typeface="IBM Plex Sans" pitchFamily="34" charset="-122"/>
                <a:cs typeface="IBM Plex Sans"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72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7AAAF2"/>
                </a:solidFill>
                <a:latin typeface="IBM Plex Sans" pitchFamily="34" charset="0"/>
                <a:ea typeface="IBM Plex Sans" pitchFamily="34" charset="-122"/>
                <a:cs typeface="IBM Plex Sans" pitchFamily="34" charset="-120"/>
              </a:rPr>
              <a:t>FLUXO 1</a:t>
            </a:r>
            <a:endParaRPr lang="en-US" sz="1200" dirty="0"/>
          </a:p>
        </p:txBody>
      </p:sp>
      <p:sp>
        <p:nvSpPr>
          <p:cNvPr id="3" name="Text 1"/>
          <p:cNvSpPr>
            <a:spLocks noGrp="1"/>
          </p:cNvSpPr>
          <p:nvPr>
            <p:ph type="title"/>
          </p:nvPr>
        </p:nvSpPr>
        <p:spPr>
          <a:xfrm>
            <a:off x="812800" y="112772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F3F4EF"/>
                </a:solidFill>
                <a:latin typeface="Space Grotesk" pitchFamily="34" charset="0"/>
                <a:ea typeface="Space Grotesk" pitchFamily="34" charset="-122"/>
                <a:cs typeface="Space Grotesk" pitchFamily="34" charset="-120"/>
              </a:rPr>
              <a:t>Gerar e enviar folhas de ponto</a:t>
            </a:r>
            <a:endParaRPr lang="en-US" sz="2800" dirty="0"/>
          </a:p>
        </p:txBody>
      </p:sp>
      <p:sp>
        <p:nvSpPr>
          <p:cNvPr id="4" name="Text 2"/>
          <p:cNvSpPr/>
          <p:nvPr/>
        </p:nvSpPr>
        <p:spPr>
          <a:xfrm>
            <a:off x="812800" y="1772841"/>
            <a:ext cx="4081272"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7AAAF2"/>
                </a:solidFill>
                <a:latin typeface="IBM Plex Sans" pitchFamily="34" charset="0"/>
                <a:ea typeface="IBM Plex Sans" pitchFamily="34" charset="-122"/>
                <a:cs typeface="IBM Plex Sans" pitchFamily="34" charset="-120"/>
              </a:rPr>
              <a:t>1</a:t>
            </a:r>
            <a:r>
              <a:rPr lang="en-US" sz="1600" b="1" dirty="0">
                <a:solidFill>
                  <a:srgbClr val="F3F4EF"/>
                </a:solidFill>
                <a:latin typeface="IBM Plex Sans" pitchFamily="34" charset="0"/>
                <a:ea typeface="IBM Plex Sans" pitchFamily="34" charset="-122"/>
                <a:cs typeface="IBM Plex Sans" pitchFamily="34" charset="-120"/>
              </a:rPr>
              <a:t> Mês e planilha</a:t>
            </a:r>
            <a:endParaRPr lang="en-US" sz="1600" dirty="0"/>
          </a:p>
        </p:txBody>
      </p:sp>
      <p:sp>
        <p:nvSpPr>
          <p:cNvPr id="5" name="Text 3"/>
          <p:cNvSpPr/>
          <p:nvPr/>
        </p:nvSpPr>
        <p:spPr>
          <a:xfrm>
            <a:off x="812800" y="2108101"/>
            <a:ext cx="408127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6C2D4"/>
                </a:solidFill>
                <a:latin typeface="IBM Plex Sans" pitchFamily="34" charset="0"/>
                <a:ea typeface="IBM Plex Sans" pitchFamily="34" charset="-122"/>
                <a:cs typeface="IBM Plex Sans" pitchFamily="34" charset="-120"/>
              </a:rPr>
              <a:t>Usa a planilha base de servidores ou uma enviada na hora.</a:t>
            </a:r>
            <a:endParaRPr lang="en-US" sz="1200" dirty="0"/>
          </a:p>
        </p:txBody>
      </p:sp>
      <p:sp>
        <p:nvSpPr>
          <p:cNvPr id="6" name="Text 4"/>
          <p:cNvSpPr/>
          <p:nvPr/>
        </p:nvSpPr>
        <p:spPr>
          <a:xfrm>
            <a:off x="812800" y="2737941"/>
            <a:ext cx="4081272"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7AAAF2"/>
                </a:solidFill>
                <a:latin typeface="IBM Plex Sans" pitchFamily="34" charset="0"/>
                <a:ea typeface="IBM Plex Sans" pitchFamily="34" charset="-122"/>
                <a:cs typeface="IBM Plex Sans" pitchFamily="34" charset="-120"/>
              </a:rPr>
              <a:t>2</a:t>
            </a:r>
            <a:r>
              <a:rPr lang="en-US" sz="1600" b="1" dirty="0">
                <a:solidFill>
                  <a:srgbClr val="F3F4EF"/>
                </a:solidFill>
                <a:latin typeface="IBM Plex Sans" pitchFamily="34" charset="0"/>
                <a:ea typeface="IBM Plex Sans" pitchFamily="34" charset="-122"/>
                <a:cs typeface="IBM Plex Sans" pitchFamily="34" charset="-120"/>
              </a:rPr>
              <a:t> Conferir folhas</a:t>
            </a:r>
            <a:endParaRPr lang="en-US" sz="1600" dirty="0"/>
          </a:p>
        </p:txBody>
      </p:sp>
      <p:sp>
        <p:nvSpPr>
          <p:cNvPr id="7" name="Text 5"/>
          <p:cNvSpPr/>
          <p:nvPr/>
        </p:nvSpPr>
        <p:spPr>
          <a:xfrm>
            <a:off x="812800" y="3073202"/>
            <a:ext cx="408127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6C2D4"/>
                </a:solidFill>
                <a:latin typeface="IBM Plex Sans" pitchFamily="34" charset="0"/>
                <a:ea typeface="IBM Plex Sans" pitchFamily="34" charset="-122"/>
                <a:cs typeface="IBM Plex Sans" pitchFamily="34" charset="-120"/>
              </a:rPr>
              <a:t>O modelo institucional em Word vira um PDF para cada servidor.</a:t>
            </a:r>
            <a:endParaRPr lang="en-US" sz="1200" dirty="0"/>
          </a:p>
        </p:txBody>
      </p:sp>
      <p:sp>
        <p:nvSpPr>
          <p:cNvPr id="8" name="Text 6"/>
          <p:cNvSpPr/>
          <p:nvPr/>
        </p:nvSpPr>
        <p:spPr>
          <a:xfrm>
            <a:off x="812800" y="3703042"/>
            <a:ext cx="4081272"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7AAAF2"/>
                </a:solidFill>
                <a:latin typeface="IBM Plex Sans" pitchFamily="34" charset="0"/>
                <a:ea typeface="IBM Plex Sans" pitchFamily="34" charset="-122"/>
                <a:cs typeface="IBM Plex Sans" pitchFamily="34" charset="-120"/>
              </a:rPr>
              <a:t>3</a:t>
            </a:r>
            <a:r>
              <a:rPr lang="en-US" sz="1600" b="1" dirty="0">
                <a:solidFill>
                  <a:srgbClr val="F3F4EF"/>
                </a:solidFill>
                <a:latin typeface="IBM Plex Sans" pitchFamily="34" charset="0"/>
                <a:ea typeface="IBM Plex Sans" pitchFamily="34" charset="-122"/>
                <a:cs typeface="IBM Plex Sans" pitchFamily="34" charset="-120"/>
              </a:rPr>
              <a:t> Enviar por e-mail</a:t>
            </a:r>
            <a:endParaRPr lang="en-US" sz="1600" dirty="0"/>
          </a:p>
        </p:txBody>
      </p:sp>
      <p:sp>
        <p:nvSpPr>
          <p:cNvPr id="9" name="Text 7"/>
          <p:cNvSpPr/>
          <p:nvPr/>
        </p:nvSpPr>
        <p:spPr>
          <a:xfrm>
            <a:off x="812800" y="4038302"/>
            <a:ext cx="408127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6C2D4"/>
                </a:solidFill>
                <a:latin typeface="IBM Plex Sans" pitchFamily="34" charset="0"/>
                <a:ea typeface="IBM Plex Sans" pitchFamily="34" charset="-122"/>
                <a:cs typeface="IBM Plex Sans" pitchFamily="34" charset="-120"/>
              </a:rPr>
              <a:t>Para todos, só os pendentes ou só quem teve erro no envio anterior.</a:t>
            </a:r>
            <a:endParaRPr lang="en-US" sz="1200" dirty="0"/>
          </a:p>
        </p:txBody>
      </p:sp>
      <p:sp>
        <p:nvSpPr>
          <p:cNvPr id="10" name="Text 8"/>
          <p:cNvSpPr/>
          <p:nvPr/>
        </p:nvSpPr>
        <p:spPr>
          <a:xfrm>
            <a:off x="815975" y="4671318"/>
            <a:ext cx="3956050" cy="473670"/>
          </a:xfrm>
          <a:prstGeom prst="roundRect">
            <a:avLst>
              <a:gd name="adj" fmla="val 15417"/>
            </a:avLst>
          </a:prstGeom>
          <a:solidFill>
            <a:srgbClr val="18243A"/>
          </a:solidFill>
          <a:ln w="6350">
            <a:solidFill>
              <a:srgbClr val="2E4266"/>
            </a:solidFill>
            <a:prstDash val="solid"/>
          </a:ln>
        </p:spPr>
        <p:txBody>
          <a:bodyPr wrap="square" lIns="134187" tIns="108787" rIns="24840" bIns="83387" rtlCol="0" anchor="t">
            <a:normAutofit/>
          </a:bodyPr>
          <a:lstStyle/>
          <a:p>
            <a:pPr marL="0" indent="0" algn="l">
              <a:lnSpc>
                <a:spcPts val="1680"/>
              </a:lnSpc>
              <a:buNone/>
            </a:pPr>
            <a:r>
              <a:rPr lang="en-US" sz="1200" dirty="0">
                <a:solidFill>
                  <a:srgbClr val="F3F4EF"/>
                </a:solidFill>
                <a:latin typeface="IBM Plex Sans" pitchFamily="34" charset="0"/>
                <a:ea typeface="IBM Plex Sans" pitchFamily="34" charset="-122"/>
                <a:cs typeface="IBM Plex Sans" pitchFamily="34" charset="-120"/>
              </a:rPr>
              <a:t>No teste: 4 folhas geradas em PDF em 11 segundos.</a:t>
            </a:r>
            <a:endParaRPr lang="en-US" sz="1200" dirty="0"/>
          </a:p>
        </p:txBody>
      </p:sp>
      <p:pic>
        <p:nvPicPr>
          <p:cNvPr id="11" name="Image 0" descr="Etapa 3 do fluxo de geração: quatro servidores selecionados, botões de seleção Todos, Pendentes de envio e Com erro no envio anterior, e o botão Enviar 4 e-mails"/>
          <p:cNvPicPr>
            <a:picLocks noChangeAspect="1"/>
          </p:cNvPicPr>
          <p:nvPr/>
        </p:nvPicPr>
        <p:blipFill>
          <a:blip r:embed="rId3"/>
          <a:srcRect l="-62" r="-62"/>
          <a:stretch/>
        </p:blipFill>
        <p:spPr>
          <a:xfrm>
            <a:off x="5187950" y="1779191"/>
            <a:ext cx="6184900" cy="3860800"/>
          </a:xfrm>
          <a:prstGeom prst="roundRect">
            <a:avLst>
              <a:gd name="adj" fmla="val 2467"/>
            </a:avLst>
          </a:prstGeom>
          <a:effectLst>
            <a:outerShdw blurRad="457200" dist="152400" dir="5400000" algn="bl" rotWithShape="0">
              <a:srgbClr val="000000">
                <a:alpha val="50000"/>
              </a:srgbClr>
            </a:outerShdw>
          </a:effectLst>
        </p:spPr>
      </p:pic>
      <p:sp>
        <p:nvSpPr>
          <p:cNvPr id="12" name="Shape 9"/>
          <p:cNvSpPr/>
          <p:nvPr/>
        </p:nvSpPr>
        <p:spPr>
          <a:xfrm>
            <a:off x="5184775" y="1776016"/>
            <a:ext cx="6191250" cy="3867150"/>
          </a:xfrm>
          <a:prstGeom prst="roundRect">
            <a:avLst>
              <a:gd name="adj" fmla="val 2545"/>
            </a:avLst>
          </a:prstGeom>
          <a:noFill/>
          <a:ln w="6350">
            <a:solidFill>
              <a:srgbClr val="2E4266"/>
            </a:solidFill>
            <a:prstDash val="solid"/>
          </a:ln>
        </p:spPr>
        <p:txBody>
          <a:bodyPr/>
          <a:lstStyle/>
          <a:p>
            <a:endParaRPr lang="pt-BR"/>
          </a:p>
        </p:txBody>
      </p:sp>
      <p:sp>
        <p:nvSpPr>
          <p:cNvPr id="13" name="Text 10"/>
          <p:cNvSpPr/>
          <p:nvPr/>
        </p:nvSpPr>
        <p:spPr>
          <a:xfrm>
            <a:off x="812800" y="6238280"/>
            <a:ext cx="323433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796AD"/>
                </a:solidFill>
                <a:latin typeface="IBM Plex Sans" pitchFamily="34" charset="0"/>
                <a:ea typeface="IBM Plex Sans" pitchFamily="34" charset="-122"/>
                <a:cs typeface="IBM Plex Sans" pitchFamily="34" charset="-120"/>
              </a:rPr>
              <a:t>DIGEP · UnDF · Engenharia de Software</a:t>
            </a:r>
            <a:endParaRPr lang="en-US" sz="1200" dirty="0"/>
          </a:p>
        </p:txBody>
      </p:sp>
      <p:sp>
        <p:nvSpPr>
          <p:cNvPr id="14" name="Text 11"/>
          <p:cNvSpPr/>
          <p:nvPr/>
        </p:nvSpPr>
        <p:spPr>
          <a:xfrm>
            <a:off x="11145441" y="6238280"/>
            <a:ext cx="233759"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796AD"/>
                </a:solidFill>
                <a:latin typeface="IBM Plex Sans" pitchFamily="34" charset="0"/>
                <a:ea typeface="IBM Plex Sans" pitchFamily="34" charset="-122"/>
                <a:cs typeface="IBM Plex Sans"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C66C2"/>
                </a:solidFill>
                <a:latin typeface="IBM Plex Sans" pitchFamily="34" charset="0"/>
                <a:ea typeface="IBM Plex Sans" pitchFamily="34" charset="-122"/>
                <a:cs typeface="IBM Plex Sans" pitchFamily="34" charset="-120"/>
              </a:rPr>
              <a:t>CALENDÁRIO ACADÊMICO</a:t>
            </a:r>
            <a:endParaRPr lang="en-US" sz="1200" dirty="0"/>
          </a:p>
        </p:txBody>
      </p:sp>
      <p:sp>
        <p:nvSpPr>
          <p:cNvPr id="3" name="Text 1"/>
          <p:cNvSpPr>
            <a:spLocks noGrp="1"/>
          </p:cNvSpPr>
          <p:nvPr>
            <p:ph type="title"/>
          </p:nvPr>
        </p:nvSpPr>
        <p:spPr>
          <a:xfrm>
            <a:off x="812800" y="112772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21C2E"/>
                </a:solidFill>
                <a:latin typeface="Space Grotesk" pitchFamily="34" charset="0"/>
                <a:ea typeface="Space Grotesk" pitchFamily="34" charset="-122"/>
                <a:cs typeface="Space Grotesk" pitchFamily="34" charset="-120"/>
              </a:rPr>
              <a:t>As datas especiais entram sozinhas na folha</a:t>
            </a:r>
            <a:endParaRPr lang="en-US" sz="2800" dirty="0"/>
          </a:p>
        </p:txBody>
      </p:sp>
      <p:pic>
        <p:nvPicPr>
          <p:cNvPr id="4" name="Image 0" descr="Tela Calendário acadêmico com feriados, recessos e pontos facultativos de 2026, e os botões Nova data e Importar planilha"/>
          <p:cNvPicPr>
            <a:picLocks noChangeAspect="1"/>
          </p:cNvPicPr>
          <p:nvPr/>
        </p:nvPicPr>
        <p:blipFill>
          <a:blip r:embed="rId3"/>
          <a:srcRect/>
          <a:stretch/>
        </p:blipFill>
        <p:spPr>
          <a:xfrm>
            <a:off x="812800" y="1772841"/>
            <a:ext cx="5588000" cy="3492500"/>
          </a:xfrm>
          <a:prstGeom prst="roundRect">
            <a:avLst>
              <a:gd name="adj" fmla="val 2909"/>
            </a:avLst>
          </a:prstGeom>
          <a:effectLst>
            <a:outerShdw blurRad="304800" dist="101600" dir="5400000" algn="bl" rotWithShape="0">
              <a:srgbClr val="121C2E">
                <a:alpha val="25000"/>
              </a:srgbClr>
            </a:outerShdw>
          </a:effectLst>
        </p:spPr>
      </p:pic>
      <p:sp>
        <p:nvSpPr>
          <p:cNvPr id="5" name="Shape 2"/>
          <p:cNvSpPr/>
          <p:nvPr/>
        </p:nvSpPr>
        <p:spPr>
          <a:xfrm>
            <a:off x="6705600" y="1772841"/>
            <a:ext cx="2470150" cy="3492500"/>
          </a:xfrm>
          <a:prstGeom prst="roundRect">
            <a:avLst>
              <a:gd name="adj" fmla="val 2057"/>
            </a:avLst>
          </a:prstGeom>
          <a:solidFill>
            <a:srgbClr val="FBFBF8"/>
          </a:solidFill>
          <a:ln/>
          <a:effectLst>
            <a:outerShdw blurRad="304800" dist="101600" dir="5400000" algn="bl" rotWithShape="0">
              <a:srgbClr val="121C2E">
                <a:alpha val="20000"/>
              </a:srgbClr>
            </a:outerShdw>
          </a:effectLst>
        </p:spPr>
        <p:txBody>
          <a:bodyPr/>
          <a:lstStyle/>
          <a:p>
            <a:endParaRPr lang="pt-BR"/>
          </a:p>
        </p:txBody>
      </p:sp>
      <p:pic>
        <p:nvPicPr>
          <p:cNvPr id="6" name="Image 1" descr="Folha de ponto gerada para outubro de 2026, com sábados, domingos, feriado, recesso e ponto facultativo já marcados"/>
          <p:cNvPicPr>
            <a:picLocks noChangeAspect="1"/>
          </p:cNvPicPr>
          <p:nvPr/>
        </p:nvPicPr>
        <p:blipFill>
          <a:blip r:embed="rId4"/>
          <a:srcRect t="-61" b="-61"/>
          <a:stretch/>
        </p:blipFill>
        <p:spPr>
          <a:xfrm>
            <a:off x="6711950" y="1779191"/>
            <a:ext cx="2457450" cy="3479800"/>
          </a:xfrm>
          <a:prstGeom prst="roundRect">
            <a:avLst>
              <a:gd name="adj" fmla="val 1809"/>
            </a:avLst>
          </a:prstGeom>
        </p:spPr>
      </p:pic>
      <p:sp>
        <p:nvSpPr>
          <p:cNvPr id="7" name="Shape 3"/>
          <p:cNvSpPr/>
          <p:nvPr/>
        </p:nvSpPr>
        <p:spPr>
          <a:xfrm>
            <a:off x="6708775" y="1776016"/>
            <a:ext cx="2463800" cy="3486150"/>
          </a:xfrm>
          <a:prstGeom prst="roundRect">
            <a:avLst>
              <a:gd name="adj" fmla="val 1933"/>
            </a:avLst>
          </a:prstGeom>
          <a:noFill/>
          <a:ln w="6350">
            <a:solidFill>
              <a:srgbClr val="DCDFD8"/>
            </a:solidFill>
            <a:prstDash val="solid"/>
          </a:ln>
        </p:spPr>
        <p:txBody>
          <a:bodyPr/>
          <a:lstStyle/>
          <a:p>
            <a:endParaRPr lang="pt-BR"/>
          </a:p>
        </p:txBody>
      </p:sp>
      <p:sp>
        <p:nvSpPr>
          <p:cNvPr id="8" name="Text 4"/>
          <p:cNvSpPr/>
          <p:nvPr/>
        </p:nvSpPr>
        <p:spPr>
          <a:xfrm>
            <a:off x="9480550" y="1772841"/>
            <a:ext cx="195561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21C2E"/>
                </a:solidFill>
                <a:latin typeface="IBM Plex Sans" pitchFamily="34" charset="0"/>
                <a:ea typeface="IBM Plex Sans" pitchFamily="34" charset="-122"/>
                <a:cs typeface="IBM Plex Sans" pitchFamily="34" charset="-120"/>
              </a:rPr>
              <a:t>39 datas</a:t>
            </a:r>
            <a:endParaRPr lang="en-US" sz="1600" dirty="0"/>
          </a:p>
        </p:txBody>
      </p:sp>
      <p:sp>
        <p:nvSpPr>
          <p:cNvPr id="9" name="Text 5"/>
          <p:cNvSpPr/>
          <p:nvPr/>
        </p:nvSpPr>
        <p:spPr>
          <a:xfrm>
            <a:off x="9480550" y="2108101"/>
            <a:ext cx="1955610"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importadas da planilha de feriados e recessos de 2026.</a:t>
            </a:r>
            <a:endParaRPr lang="en-US" sz="1200" dirty="0"/>
          </a:p>
        </p:txBody>
      </p:sp>
      <p:sp>
        <p:nvSpPr>
          <p:cNvPr id="10" name="Text 6"/>
          <p:cNvSpPr/>
          <p:nvPr/>
        </p:nvSpPr>
        <p:spPr>
          <a:xfrm>
            <a:off x="9480550" y="2951262"/>
            <a:ext cx="195561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21C2E"/>
                </a:solidFill>
                <a:latin typeface="IBM Plex Sans" pitchFamily="34" charset="0"/>
                <a:ea typeface="IBM Plex Sans" pitchFamily="34" charset="-122"/>
                <a:cs typeface="IBM Plex Sans" pitchFamily="34" charset="-120"/>
              </a:rPr>
              <a:t>Outubro</a:t>
            </a:r>
            <a:endParaRPr lang="en-US" sz="1600" dirty="0"/>
          </a:p>
        </p:txBody>
      </p:sp>
      <p:sp>
        <p:nvSpPr>
          <p:cNvPr id="11" name="Text 7"/>
          <p:cNvSpPr/>
          <p:nvPr/>
        </p:nvSpPr>
        <p:spPr>
          <a:xfrm>
            <a:off x="9480550" y="3286522"/>
            <a:ext cx="1955610"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Dias 12, 15 e 28 saem marcados na folha, com a descrição em Observações.</a:t>
            </a:r>
            <a:endParaRPr lang="en-US" sz="1200" dirty="0"/>
          </a:p>
        </p:txBody>
      </p:sp>
      <p:sp>
        <p:nvSpPr>
          <p:cNvPr id="12" name="Text 8"/>
          <p:cNvSpPr/>
          <p:nvPr/>
        </p:nvSpPr>
        <p:spPr>
          <a:xfrm>
            <a:off x="9480550" y="4129683"/>
            <a:ext cx="195561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21C2E"/>
                </a:solidFill>
                <a:latin typeface="IBM Plex Sans" pitchFamily="34" charset="0"/>
                <a:ea typeface="IBM Plex Sans" pitchFamily="34" charset="-122"/>
                <a:cs typeface="IBM Plex Sans" pitchFamily="34" charset="-120"/>
              </a:rPr>
              <a:t>Ou à mão</a:t>
            </a:r>
            <a:endParaRPr lang="en-US" sz="1600" dirty="0"/>
          </a:p>
        </p:txBody>
      </p:sp>
      <p:sp>
        <p:nvSpPr>
          <p:cNvPr id="13" name="Text 9"/>
          <p:cNvSpPr/>
          <p:nvPr/>
        </p:nvSpPr>
        <p:spPr>
          <a:xfrm>
            <a:off x="9480550" y="4464943"/>
            <a:ext cx="195561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Incluir, editar e remover datas direto na tela.</a:t>
            </a:r>
            <a:endParaRPr lang="en-US" sz="1200" dirty="0"/>
          </a:p>
        </p:txBody>
      </p:sp>
      <p:sp>
        <p:nvSpPr>
          <p:cNvPr id="14" name="Text 10"/>
          <p:cNvSpPr/>
          <p:nvPr/>
        </p:nvSpPr>
        <p:spPr>
          <a:xfrm>
            <a:off x="812800" y="6238280"/>
            <a:ext cx="323433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DIGEP · UnDF · Engenharia de Software</a:t>
            </a:r>
            <a:endParaRPr lang="en-US" sz="1200" dirty="0"/>
          </a:p>
        </p:txBody>
      </p:sp>
      <p:sp>
        <p:nvSpPr>
          <p:cNvPr id="15" name="Text 11"/>
          <p:cNvSpPr/>
          <p:nvPr/>
        </p:nvSpPr>
        <p:spPr>
          <a:xfrm>
            <a:off x="11145441" y="6238280"/>
            <a:ext cx="233759"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A5568"/>
                </a:solidFill>
                <a:latin typeface="IBM Plex Sans" pitchFamily="34" charset="0"/>
                <a:ea typeface="IBM Plex Sans" pitchFamily="34" charset="-122"/>
                <a:cs typeface="IBM Plex Sans"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72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7AAAF2"/>
                </a:solidFill>
                <a:latin typeface="IBM Plex Sans" pitchFamily="34" charset="0"/>
                <a:ea typeface="IBM Plex Sans" pitchFamily="34" charset="-122"/>
                <a:cs typeface="IBM Plex Sans" pitchFamily="34" charset="-120"/>
              </a:rPr>
              <a:t>FLUXO 2</a:t>
            </a:r>
            <a:endParaRPr lang="en-US" sz="1200" dirty="0"/>
          </a:p>
        </p:txBody>
      </p:sp>
      <p:sp>
        <p:nvSpPr>
          <p:cNvPr id="3" name="Text 1"/>
          <p:cNvSpPr>
            <a:spLocks noGrp="1"/>
          </p:cNvSpPr>
          <p:nvPr>
            <p:ph type="title"/>
          </p:nvPr>
        </p:nvSpPr>
        <p:spPr>
          <a:xfrm>
            <a:off x="812800" y="112772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F3F4EF"/>
                </a:solidFill>
                <a:latin typeface="Space Grotesk" pitchFamily="34" charset="0"/>
                <a:ea typeface="Space Grotesk" pitchFamily="34" charset="-122"/>
                <a:cs typeface="Space Grotesk" pitchFamily="34" charset="-120"/>
              </a:rPr>
              <a:t>Enviar folhas assinadas</a:t>
            </a:r>
            <a:endParaRPr lang="en-US" sz="2800" dirty="0"/>
          </a:p>
        </p:txBody>
      </p:sp>
      <p:sp>
        <p:nvSpPr>
          <p:cNvPr id="4" name="Text 2"/>
          <p:cNvSpPr/>
          <p:nvPr/>
        </p:nvSpPr>
        <p:spPr>
          <a:xfrm>
            <a:off x="812800" y="1772841"/>
            <a:ext cx="4081272"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7AAAF2"/>
                </a:solidFill>
                <a:latin typeface="IBM Plex Sans" pitchFamily="34" charset="0"/>
                <a:ea typeface="IBM Plex Sans" pitchFamily="34" charset="-122"/>
                <a:cs typeface="IBM Plex Sans" pitchFamily="34" charset="-120"/>
              </a:rPr>
              <a:t>1</a:t>
            </a:r>
            <a:r>
              <a:rPr lang="en-US" sz="1600" b="1" dirty="0">
                <a:solidFill>
                  <a:srgbClr val="F3F4EF"/>
                </a:solidFill>
                <a:latin typeface="IBM Plex Sans" pitchFamily="34" charset="0"/>
                <a:ea typeface="IBM Plex Sans" pitchFamily="34" charset="-122"/>
                <a:cs typeface="IBM Plex Sans" pitchFamily="34" charset="-120"/>
              </a:rPr>
              <a:t> Arquivos</a:t>
            </a:r>
            <a:endParaRPr lang="en-US" sz="1600" dirty="0"/>
          </a:p>
        </p:txBody>
      </p:sp>
      <p:sp>
        <p:nvSpPr>
          <p:cNvPr id="5" name="Text 3"/>
          <p:cNvSpPr/>
          <p:nvPr/>
        </p:nvSpPr>
        <p:spPr>
          <a:xfrm>
            <a:off x="812800" y="2108101"/>
            <a:ext cx="408127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6C2D4"/>
                </a:solidFill>
                <a:latin typeface="IBM Plex Sans" pitchFamily="34" charset="0"/>
                <a:ea typeface="IBM Plex Sans" pitchFamily="34" charset="-122"/>
                <a:cs typeface="IBM Plex Sans" pitchFamily="34" charset="-120"/>
              </a:rPr>
              <a:t>Até 200 PDFs de uma vez. Só PDF de verdade: um .jpg, mesmo renomeado, é recusado.</a:t>
            </a:r>
            <a:endParaRPr lang="en-US" sz="1200" dirty="0"/>
          </a:p>
        </p:txBody>
      </p:sp>
      <p:sp>
        <p:nvSpPr>
          <p:cNvPr id="6" name="Text 4"/>
          <p:cNvSpPr/>
          <p:nvPr/>
        </p:nvSpPr>
        <p:spPr>
          <a:xfrm>
            <a:off x="812800" y="2737941"/>
            <a:ext cx="4081272"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7AAAF2"/>
                </a:solidFill>
                <a:latin typeface="IBM Plex Sans" pitchFamily="34" charset="0"/>
                <a:ea typeface="IBM Plex Sans" pitchFamily="34" charset="-122"/>
                <a:cs typeface="IBM Plex Sans" pitchFamily="34" charset="-120"/>
              </a:rPr>
              <a:t>2</a:t>
            </a:r>
            <a:r>
              <a:rPr lang="en-US" sz="1600" b="1" dirty="0">
                <a:solidFill>
                  <a:srgbClr val="F3F4EF"/>
                </a:solidFill>
                <a:latin typeface="IBM Plex Sans" pitchFamily="34" charset="0"/>
                <a:ea typeface="IBM Plex Sans" pitchFamily="34" charset="-122"/>
                <a:cs typeface="IBM Plex Sans" pitchFamily="34" charset="-120"/>
              </a:rPr>
              <a:t> Conferir folhas</a:t>
            </a:r>
            <a:endParaRPr lang="en-US" sz="1600" dirty="0"/>
          </a:p>
        </p:txBody>
      </p:sp>
      <p:sp>
        <p:nvSpPr>
          <p:cNvPr id="7" name="Text 5"/>
          <p:cNvSpPr/>
          <p:nvPr/>
        </p:nvSpPr>
        <p:spPr>
          <a:xfrm>
            <a:off x="812800" y="3073202"/>
            <a:ext cx="408127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6C2D4"/>
                </a:solidFill>
                <a:latin typeface="IBM Plex Sans" pitchFamily="34" charset="0"/>
                <a:ea typeface="IBM Plex Sans" pitchFamily="34" charset="-122"/>
                <a:cs typeface="IBM Plex Sans" pitchFamily="34" charset="-120"/>
              </a:rPr>
              <a:t>Cada página com servidor, mês e forma de identificação, ao lado da imagem da folha.</a:t>
            </a:r>
            <a:endParaRPr lang="en-US" sz="1200" dirty="0"/>
          </a:p>
        </p:txBody>
      </p:sp>
      <p:sp>
        <p:nvSpPr>
          <p:cNvPr id="8" name="Text 6"/>
          <p:cNvSpPr/>
          <p:nvPr/>
        </p:nvSpPr>
        <p:spPr>
          <a:xfrm>
            <a:off x="812800" y="3703042"/>
            <a:ext cx="4081272"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7AAAF2"/>
                </a:solidFill>
                <a:latin typeface="IBM Plex Sans" pitchFamily="34" charset="0"/>
                <a:ea typeface="IBM Plex Sans" pitchFamily="34" charset="-122"/>
                <a:cs typeface="IBM Plex Sans" pitchFamily="34" charset="-120"/>
              </a:rPr>
              <a:t>3</a:t>
            </a:r>
            <a:r>
              <a:rPr lang="en-US" sz="1600" b="1" dirty="0">
                <a:solidFill>
                  <a:srgbClr val="F3F4EF"/>
                </a:solidFill>
                <a:latin typeface="IBM Plex Sans" pitchFamily="34" charset="0"/>
                <a:ea typeface="IBM Plex Sans" pitchFamily="34" charset="-122"/>
                <a:cs typeface="IBM Plex Sans" pitchFamily="34" charset="-120"/>
              </a:rPr>
              <a:t> Enviar por e-mail</a:t>
            </a:r>
            <a:endParaRPr lang="en-US" sz="1600" dirty="0"/>
          </a:p>
        </p:txBody>
      </p:sp>
      <p:sp>
        <p:nvSpPr>
          <p:cNvPr id="9" name="Text 7"/>
          <p:cNvSpPr/>
          <p:nvPr/>
        </p:nvSpPr>
        <p:spPr>
          <a:xfrm>
            <a:off x="812800" y="4038302"/>
            <a:ext cx="408127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6C2D4"/>
                </a:solidFill>
                <a:latin typeface="IBM Plex Sans" pitchFamily="34" charset="0"/>
                <a:ea typeface="IBM Plex Sans" pitchFamily="34" charset="-122"/>
                <a:cs typeface="IBM Plex Sans" pitchFamily="34" charset="-120"/>
              </a:rPr>
              <a:t>Arquiva cada folha e devolve uma cópia ao servidor.</a:t>
            </a:r>
            <a:endParaRPr lang="en-US" sz="1200" dirty="0"/>
          </a:p>
        </p:txBody>
      </p:sp>
      <p:sp>
        <p:nvSpPr>
          <p:cNvPr id="10" name="Text 8"/>
          <p:cNvSpPr/>
          <p:nvPr/>
        </p:nvSpPr>
        <p:spPr>
          <a:xfrm>
            <a:off x="815975" y="4457998"/>
            <a:ext cx="3956050" cy="686991"/>
          </a:xfrm>
          <a:prstGeom prst="roundRect">
            <a:avLst>
              <a:gd name="adj" fmla="val 10630"/>
            </a:avLst>
          </a:prstGeom>
          <a:solidFill>
            <a:srgbClr val="18243A"/>
          </a:solidFill>
          <a:ln w="6350">
            <a:solidFill>
              <a:srgbClr val="2E4266"/>
            </a:solidFill>
            <a:prstDash val="solid"/>
          </a:ln>
        </p:spPr>
        <p:txBody>
          <a:bodyPr wrap="square" lIns="134187" tIns="108787" rIns="24840" bIns="83387" rtlCol="0" anchor="t">
            <a:normAutofit/>
          </a:bodyPr>
          <a:lstStyle/>
          <a:p>
            <a:pPr marL="0" indent="0" algn="l">
              <a:lnSpc>
                <a:spcPts val="1680"/>
              </a:lnSpc>
              <a:buNone/>
            </a:pPr>
            <a:r>
              <a:rPr lang="en-US" sz="1200" dirty="0">
                <a:solidFill>
                  <a:srgbClr val="F3F4EF"/>
                </a:solidFill>
                <a:latin typeface="IBM Plex Sans" pitchFamily="34" charset="0"/>
                <a:ea typeface="IBM Plex Sans" pitchFamily="34" charset="-122"/>
                <a:cs typeface="IBM Plex Sans" pitchFamily="34" charset="-120"/>
              </a:rPr>
              <a:t>No teste: 2 PDFs, 16 páginas, os 13 servidores cadastrados identificados.</a:t>
            </a:r>
            <a:endParaRPr lang="en-US" sz="1200" dirty="0"/>
          </a:p>
        </p:txBody>
      </p:sp>
      <p:pic>
        <p:nvPicPr>
          <p:cNvPr id="11" name="Image 0" descr="Etapa Conferir folhas: quatro folhas de outubro de 2026 identificadas, três pelo texto do PDF e uma por OCR, com a pré-visualização da folha ao lado"/>
          <p:cNvPicPr>
            <a:picLocks noChangeAspect="1"/>
          </p:cNvPicPr>
          <p:nvPr/>
        </p:nvPicPr>
        <p:blipFill>
          <a:blip r:embed="rId3"/>
          <a:srcRect l="-62" r="-62"/>
          <a:stretch/>
        </p:blipFill>
        <p:spPr>
          <a:xfrm>
            <a:off x="5187950" y="1779191"/>
            <a:ext cx="6184900" cy="3860800"/>
          </a:xfrm>
          <a:prstGeom prst="roundRect">
            <a:avLst>
              <a:gd name="adj" fmla="val 2467"/>
            </a:avLst>
          </a:prstGeom>
          <a:effectLst>
            <a:outerShdw blurRad="457200" dist="152400" dir="5400000" algn="bl" rotWithShape="0">
              <a:srgbClr val="000000">
                <a:alpha val="50000"/>
              </a:srgbClr>
            </a:outerShdw>
          </a:effectLst>
        </p:spPr>
      </p:pic>
      <p:sp>
        <p:nvSpPr>
          <p:cNvPr id="12" name="Shape 9"/>
          <p:cNvSpPr/>
          <p:nvPr/>
        </p:nvSpPr>
        <p:spPr>
          <a:xfrm>
            <a:off x="5184775" y="1776016"/>
            <a:ext cx="6191250" cy="3867150"/>
          </a:xfrm>
          <a:prstGeom prst="roundRect">
            <a:avLst>
              <a:gd name="adj" fmla="val 2545"/>
            </a:avLst>
          </a:prstGeom>
          <a:noFill/>
          <a:ln w="6350">
            <a:solidFill>
              <a:srgbClr val="2E4266"/>
            </a:solidFill>
            <a:prstDash val="solid"/>
          </a:ln>
        </p:spPr>
        <p:txBody>
          <a:bodyPr/>
          <a:lstStyle/>
          <a:p>
            <a:endParaRPr lang="pt-BR"/>
          </a:p>
        </p:txBody>
      </p:sp>
      <p:sp>
        <p:nvSpPr>
          <p:cNvPr id="13" name="Text 10"/>
          <p:cNvSpPr/>
          <p:nvPr/>
        </p:nvSpPr>
        <p:spPr>
          <a:xfrm>
            <a:off x="812800" y="6238280"/>
            <a:ext cx="323433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796AD"/>
                </a:solidFill>
                <a:latin typeface="IBM Plex Sans" pitchFamily="34" charset="0"/>
                <a:ea typeface="IBM Plex Sans" pitchFamily="34" charset="-122"/>
                <a:cs typeface="IBM Plex Sans" pitchFamily="34" charset="-120"/>
              </a:rPr>
              <a:t>DIGEP · UnDF · Engenharia de Software</a:t>
            </a:r>
            <a:endParaRPr lang="en-US" sz="1200" dirty="0"/>
          </a:p>
        </p:txBody>
      </p:sp>
      <p:sp>
        <p:nvSpPr>
          <p:cNvPr id="14" name="Text 11"/>
          <p:cNvSpPr/>
          <p:nvPr/>
        </p:nvSpPr>
        <p:spPr>
          <a:xfrm>
            <a:off x="11145441" y="6238280"/>
            <a:ext cx="233759"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796AD"/>
                </a:solidFill>
                <a:latin typeface="IBM Plex Sans" pitchFamily="34" charset="0"/>
                <a:ea typeface="IBM Plex Sans" pitchFamily="34" charset="-122"/>
                <a:cs typeface="IBM Plex Sans"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C66C2"/>
                </a:solidFill>
                <a:latin typeface="IBM Plex Sans" pitchFamily="34" charset="0"/>
                <a:ea typeface="IBM Plex Sans" pitchFamily="34" charset="-122"/>
                <a:cs typeface="IBM Plex Sans" pitchFamily="34" charset="-120"/>
              </a:rPr>
              <a:t>POR DENTRO DA IDENTIFICAÇÃO</a:t>
            </a:r>
            <a:endParaRPr lang="en-US" sz="1200" dirty="0"/>
          </a:p>
        </p:txBody>
      </p:sp>
      <p:sp>
        <p:nvSpPr>
          <p:cNvPr id="3" name="Text 1"/>
          <p:cNvSpPr>
            <a:spLocks noGrp="1"/>
          </p:cNvSpPr>
          <p:nvPr>
            <p:ph type="title"/>
          </p:nvPr>
        </p:nvSpPr>
        <p:spPr>
          <a:xfrm>
            <a:off x="812800" y="112772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21C2E"/>
                </a:solidFill>
                <a:latin typeface="Space Grotesk" pitchFamily="34" charset="0"/>
                <a:ea typeface="Space Grotesk" pitchFamily="34" charset="-122"/>
                <a:cs typeface="Space Grotesk" pitchFamily="34" charset="-120"/>
              </a:rPr>
              <a:t>Como o DIGEP descobre de quem é a folha</a:t>
            </a:r>
            <a:endParaRPr lang="en-US" sz="2800" dirty="0"/>
          </a:p>
        </p:txBody>
      </p:sp>
      <p:sp>
        <p:nvSpPr>
          <p:cNvPr id="4" name="Shape 2"/>
          <p:cNvSpPr/>
          <p:nvPr/>
        </p:nvSpPr>
        <p:spPr>
          <a:xfrm>
            <a:off x="815975" y="2040136"/>
            <a:ext cx="1700510" cy="1347291"/>
          </a:xfrm>
          <a:prstGeom prst="roundRect">
            <a:avLst>
              <a:gd name="adj" fmla="val 7305"/>
            </a:avLst>
          </a:prstGeom>
          <a:solidFill>
            <a:srgbClr val="FBFBF8"/>
          </a:solidFill>
          <a:ln w="6350">
            <a:solidFill>
              <a:srgbClr val="DCDFD8"/>
            </a:solidFill>
            <a:prstDash val="solid"/>
          </a:ln>
        </p:spPr>
        <p:txBody>
          <a:bodyPr/>
          <a:lstStyle/>
          <a:p>
            <a:endParaRPr lang="pt-BR"/>
          </a:p>
        </p:txBody>
      </p:sp>
      <p:sp>
        <p:nvSpPr>
          <p:cNvPr id="5" name="Text 3"/>
          <p:cNvSpPr/>
          <p:nvPr/>
        </p:nvSpPr>
        <p:spPr>
          <a:xfrm>
            <a:off x="971550" y="2195711"/>
            <a:ext cx="144016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C66C2"/>
                </a:solidFill>
                <a:latin typeface="IBM Plex Sans" pitchFamily="34" charset="0"/>
                <a:ea typeface="IBM Plex Sans" pitchFamily="34" charset="-122"/>
                <a:cs typeface="IBM Plex Sans" pitchFamily="34" charset="-120"/>
              </a:rPr>
              <a:t>1</a:t>
            </a:r>
            <a:endParaRPr lang="en-US" sz="1200" dirty="0"/>
          </a:p>
        </p:txBody>
      </p:sp>
      <p:sp>
        <p:nvSpPr>
          <p:cNvPr id="6" name="Text 4"/>
          <p:cNvSpPr/>
          <p:nvPr/>
        </p:nvSpPr>
        <p:spPr>
          <a:xfrm>
            <a:off x="971550" y="2485231"/>
            <a:ext cx="144016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21C2E"/>
                </a:solidFill>
                <a:latin typeface="Space Grotesk" pitchFamily="34" charset="0"/>
                <a:ea typeface="Space Grotesk" pitchFamily="34" charset="-122"/>
                <a:cs typeface="Space Grotesk" pitchFamily="34" charset="-120"/>
              </a:rPr>
              <a:t>Texto</a:t>
            </a:r>
            <a:endParaRPr lang="en-US" sz="1600" dirty="0"/>
          </a:p>
        </p:txBody>
      </p:sp>
      <p:sp>
        <p:nvSpPr>
          <p:cNvPr id="7" name="Text 5"/>
          <p:cNvSpPr/>
          <p:nvPr/>
        </p:nvSpPr>
        <p:spPr>
          <a:xfrm>
            <a:off x="971550" y="2805212"/>
            <a:ext cx="144016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Se a página já tem texto, lê direto.</a:t>
            </a:r>
            <a:endParaRPr lang="en-US" sz="1200" dirty="0"/>
          </a:p>
        </p:txBody>
      </p:sp>
      <p:pic>
        <p:nvPicPr>
          <p:cNvPr id="8" name="Image 0" descr="arrow-right"/>
          <p:cNvPicPr>
            <a:picLocks noChangeAspect="1"/>
          </p:cNvPicPr>
          <p:nvPr/>
        </p:nvPicPr>
        <p:blipFill>
          <a:blip r:embed="rId3"/>
          <a:srcRect/>
          <a:stretch/>
        </p:blipFill>
        <p:spPr>
          <a:xfrm>
            <a:off x="2621260" y="2637532"/>
            <a:ext cx="304800" cy="152400"/>
          </a:xfrm>
          <a:prstGeom prst="rect">
            <a:avLst/>
          </a:prstGeom>
        </p:spPr>
      </p:pic>
      <p:sp>
        <p:nvSpPr>
          <p:cNvPr id="9" name="Shape 6"/>
          <p:cNvSpPr/>
          <p:nvPr/>
        </p:nvSpPr>
        <p:spPr>
          <a:xfrm>
            <a:off x="3030835" y="1933476"/>
            <a:ext cx="1700609" cy="1560612"/>
          </a:xfrm>
          <a:prstGeom prst="roundRect">
            <a:avLst>
              <a:gd name="adj" fmla="val 6307"/>
            </a:avLst>
          </a:prstGeom>
          <a:solidFill>
            <a:srgbClr val="FBFBF8"/>
          </a:solidFill>
          <a:ln w="6350">
            <a:solidFill>
              <a:srgbClr val="DCDFD8"/>
            </a:solidFill>
            <a:prstDash val="solid"/>
          </a:ln>
        </p:spPr>
        <p:txBody>
          <a:bodyPr/>
          <a:lstStyle/>
          <a:p>
            <a:endParaRPr lang="pt-BR"/>
          </a:p>
        </p:txBody>
      </p:sp>
      <p:sp>
        <p:nvSpPr>
          <p:cNvPr id="10" name="Text 7"/>
          <p:cNvSpPr/>
          <p:nvPr/>
        </p:nvSpPr>
        <p:spPr>
          <a:xfrm>
            <a:off x="3186410" y="2089051"/>
            <a:ext cx="1440259"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C66C2"/>
                </a:solidFill>
                <a:latin typeface="IBM Plex Sans" pitchFamily="34" charset="0"/>
                <a:ea typeface="IBM Plex Sans" pitchFamily="34" charset="-122"/>
                <a:cs typeface="IBM Plex Sans" pitchFamily="34" charset="-120"/>
              </a:rPr>
              <a:t>2</a:t>
            </a:r>
            <a:endParaRPr lang="en-US" sz="1200" dirty="0"/>
          </a:p>
        </p:txBody>
      </p:sp>
      <p:sp>
        <p:nvSpPr>
          <p:cNvPr id="11" name="Text 8"/>
          <p:cNvSpPr/>
          <p:nvPr/>
        </p:nvSpPr>
        <p:spPr>
          <a:xfrm>
            <a:off x="3186410" y="2378571"/>
            <a:ext cx="1440259"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21C2E"/>
                </a:solidFill>
                <a:latin typeface="Space Grotesk" pitchFamily="34" charset="0"/>
                <a:ea typeface="Space Grotesk" pitchFamily="34" charset="-122"/>
                <a:cs typeface="Space Grotesk" pitchFamily="34" charset="-120"/>
              </a:rPr>
              <a:t>OCR</a:t>
            </a:r>
            <a:endParaRPr lang="en-US" sz="1600" dirty="0"/>
          </a:p>
        </p:txBody>
      </p:sp>
      <p:sp>
        <p:nvSpPr>
          <p:cNvPr id="12" name="Text 9"/>
          <p:cNvSpPr/>
          <p:nvPr/>
        </p:nvSpPr>
        <p:spPr>
          <a:xfrm>
            <a:off x="3186410" y="2698552"/>
            <a:ext cx="1440259"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Tesseract em português, em até 3 versões da imagem.</a:t>
            </a:r>
            <a:endParaRPr lang="en-US" sz="1200" dirty="0"/>
          </a:p>
        </p:txBody>
      </p:sp>
      <p:pic>
        <p:nvPicPr>
          <p:cNvPr id="13" name="Image 1" descr="arrow-right"/>
          <p:cNvPicPr>
            <a:picLocks noChangeAspect="1"/>
          </p:cNvPicPr>
          <p:nvPr/>
        </p:nvPicPr>
        <p:blipFill>
          <a:blip r:embed="rId3"/>
          <a:srcRect/>
          <a:stretch/>
        </p:blipFill>
        <p:spPr>
          <a:xfrm>
            <a:off x="4836220" y="2637532"/>
            <a:ext cx="304800" cy="152400"/>
          </a:xfrm>
          <a:prstGeom prst="rect">
            <a:avLst/>
          </a:prstGeom>
        </p:spPr>
      </p:pic>
      <p:sp>
        <p:nvSpPr>
          <p:cNvPr id="14" name="Shape 10"/>
          <p:cNvSpPr/>
          <p:nvPr/>
        </p:nvSpPr>
        <p:spPr>
          <a:xfrm>
            <a:off x="5245795" y="1933476"/>
            <a:ext cx="1700510" cy="1560612"/>
          </a:xfrm>
          <a:prstGeom prst="roundRect">
            <a:avLst>
              <a:gd name="adj" fmla="val 6307"/>
            </a:avLst>
          </a:prstGeom>
          <a:solidFill>
            <a:srgbClr val="FBFBF8"/>
          </a:solidFill>
          <a:ln w="6350">
            <a:solidFill>
              <a:srgbClr val="DCDFD8"/>
            </a:solidFill>
            <a:prstDash val="solid"/>
          </a:ln>
        </p:spPr>
        <p:txBody>
          <a:bodyPr/>
          <a:lstStyle/>
          <a:p>
            <a:endParaRPr lang="pt-BR"/>
          </a:p>
        </p:txBody>
      </p:sp>
      <p:sp>
        <p:nvSpPr>
          <p:cNvPr id="15" name="Text 11"/>
          <p:cNvSpPr/>
          <p:nvPr/>
        </p:nvSpPr>
        <p:spPr>
          <a:xfrm>
            <a:off x="5401370" y="2089051"/>
            <a:ext cx="144016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C66C2"/>
                </a:solidFill>
                <a:latin typeface="IBM Plex Sans" pitchFamily="34" charset="0"/>
                <a:ea typeface="IBM Plex Sans" pitchFamily="34" charset="-122"/>
                <a:cs typeface="IBM Plex Sans" pitchFamily="34" charset="-120"/>
              </a:rPr>
              <a:t>3</a:t>
            </a:r>
            <a:endParaRPr lang="en-US" sz="1200" dirty="0"/>
          </a:p>
        </p:txBody>
      </p:sp>
      <p:sp>
        <p:nvSpPr>
          <p:cNvPr id="16" name="Text 12"/>
          <p:cNvSpPr/>
          <p:nvPr/>
        </p:nvSpPr>
        <p:spPr>
          <a:xfrm>
            <a:off x="5401370" y="2378571"/>
            <a:ext cx="144016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21C2E"/>
                </a:solidFill>
                <a:latin typeface="Space Grotesk" pitchFamily="34" charset="0"/>
                <a:ea typeface="Space Grotesk" pitchFamily="34" charset="-122"/>
                <a:cs typeface="Space Grotesk" pitchFamily="34" charset="-120"/>
              </a:rPr>
              <a:t>Endireitar</a:t>
            </a:r>
            <a:endParaRPr lang="en-US" sz="1600" dirty="0"/>
          </a:p>
        </p:txBody>
      </p:sp>
      <p:sp>
        <p:nvSpPr>
          <p:cNvPr id="17" name="Text 13"/>
          <p:cNvSpPr/>
          <p:nvPr/>
        </p:nvSpPr>
        <p:spPr>
          <a:xfrm>
            <a:off x="5401370" y="2698552"/>
            <a:ext cx="1440160"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Foto deitada, de ponta-cabeça ou torta até 20°.</a:t>
            </a:r>
            <a:endParaRPr lang="en-US" sz="1200" dirty="0"/>
          </a:p>
        </p:txBody>
      </p:sp>
      <p:pic>
        <p:nvPicPr>
          <p:cNvPr id="18" name="Image 2" descr="arrow-right"/>
          <p:cNvPicPr>
            <a:picLocks noChangeAspect="1"/>
          </p:cNvPicPr>
          <p:nvPr/>
        </p:nvPicPr>
        <p:blipFill>
          <a:blip r:embed="rId3"/>
          <a:srcRect/>
          <a:stretch/>
        </p:blipFill>
        <p:spPr>
          <a:xfrm>
            <a:off x="7051080" y="2637532"/>
            <a:ext cx="304800" cy="152400"/>
          </a:xfrm>
          <a:prstGeom prst="rect">
            <a:avLst/>
          </a:prstGeom>
        </p:spPr>
      </p:pic>
      <p:sp>
        <p:nvSpPr>
          <p:cNvPr id="19" name="Shape 14"/>
          <p:cNvSpPr/>
          <p:nvPr/>
        </p:nvSpPr>
        <p:spPr>
          <a:xfrm>
            <a:off x="7460655" y="1826816"/>
            <a:ext cx="1700510" cy="1773932"/>
          </a:xfrm>
          <a:prstGeom prst="roundRect">
            <a:avLst>
              <a:gd name="adj" fmla="val 5788"/>
            </a:avLst>
          </a:prstGeom>
          <a:solidFill>
            <a:srgbClr val="FBFBF8"/>
          </a:solidFill>
          <a:ln w="6350">
            <a:solidFill>
              <a:srgbClr val="DCDFD8"/>
            </a:solidFill>
            <a:prstDash val="solid"/>
          </a:ln>
        </p:spPr>
        <p:txBody>
          <a:bodyPr/>
          <a:lstStyle/>
          <a:p>
            <a:endParaRPr lang="pt-BR"/>
          </a:p>
        </p:txBody>
      </p:sp>
      <p:sp>
        <p:nvSpPr>
          <p:cNvPr id="20" name="Text 15"/>
          <p:cNvSpPr/>
          <p:nvPr/>
        </p:nvSpPr>
        <p:spPr>
          <a:xfrm>
            <a:off x="7616230" y="1982391"/>
            <a:ext cx="144016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C66C2"/>
                </a:solidFill>
                <a:latin typeface="IBM Plex Sans" pitchFamily="34" charset="0"/>
                <a:ea typeface="IBM Plex Sans" pitchFamily="34" charset="-122"/>
                <a:cs typeface="IBM Plex Sans" pitchFamily="34" charset="-120"/>
              </a:rPr>
              <a:t>4</a:t>
            </a:r>
            <a:endParaRPr lang="en-US" sz="1200" dirty="0"/>
          </a:p>
        </p:txBody>
      </p:sp>
      <p:sp>
        <p:nvSpPr>
          <p:cNvPr id="21" name="Text 16"/>
          <p:cNvSpPr/>
          <p:nvPr/>
        </p:nvSpPr>
        <p:spPr>
          <a:xfrm>
            <a:off x="7616230" y="2271911"/>
            <a:ext cx="144016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21C2E"/>
                </a:solidFill>
                <a:latin typeface="Space Grotesk" pitchFamily="34" charset="0"/>
                <a:ea typeface="Space Grotesk" pitchFamily="34" charset="-122"/>
                <a:cs typeface="Space Grotesk" pitchFamily="34" charset="-120"/>
              </a:rPr>
              <a:t>Regras</a:t>
            </a:r>
            <a:endParaRPr lang="en-US" sz="1600" dirty="0"/>
          </a:p>
        </p:txBody>
      </p:sp>
      <p:sp>
        <p:nvSpPr>
          <p:cNvPr id="22" name="Text 17"/>
          <p:cNvSpPr/>
          <p:nvPr/>
        </p:nvSpPr>
        <p:spPr>
          <a:xfrm>
            <a:off x="7616230" y="2591891"/>
            <a:ext cx="1440160" cy="87868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Matrícula, nome completo e “REFERÊNCIA: MÊS/ANO”.</a:t>
            </a:r>
            <a:endParaRPr lang="en-US" sz="1200" dirty="0"/>
          </a:p>
        </p:txBody>
      </p:sp>
      <p:pic>
        <p:nvPicPr>
          <p:cNvPr id="23" name="Image 3" descr="arrow-right"/>
          <p:cNvPicPr>
            <a:picLocks noChangeAspect="1"/>
          </p:cNvPicPr>
          <p:nvPr/>
        </p:nvPicPr>
        <p:blipFill>
          <a:blip r:embed="rId3"/>
          <a:srcRect/>
          <a:stretch/>
        </p:blipFill>
        <p:spPr>
          <a:xfrm>
            <a:off x="9265940" y="2637532"/>
            <a:ext cx="304800" cy="152400"/>
          </a:xfrm>
          <a:prstGeom prst="rect">
            <a:avLst/>
          </a:prstGeom>
        </p:spPr>
      </p:pic>
      <p:sp>
        <p:nvSpPr>
          <p:cNvPr id="24" name="Shape 18"/>
          <p:cNvSpPr/>
          <p:nvPr/>
        </p:nvSpPr>
        <p:spPr>
          <a:xfrm>
            <a:off x="9675515" y="2040136"/>
            <a:ext cx="1700510" cy="1347291"/>
          </a:xfrm>
          <a:prstGeom prst="roundRect">
            <a:avLst>
              <a:gd name="adj" fmla="val 7305"/>
            </a:avLst>
          </a:prstGeom>
          <a:solidFill>
            <a:srgbClr val="121C2E"/>
          </a:solidFill>
          <a:ln w="6350">
            <a:solidFill>
              <a:srgbClr val="121C2E"/>
            </a:solidFill>
            <a:prstDash val="solid"/>
          </a:ln>
        </p:spPr>
        <p:txBody>
          <a:bodyPr/>
          <a:lstStyle/>
          <a:p>
            <a:endParaRPr lang="pt-BR"/>
          </a:p>
        </p:txBody>
      </p:sp>
      <p:sp>
        <p:nvSpPr>
          <p:cNvPr id="25" name="Text 19"/>
          <p:cNvSpPr/>
          <p:nvPr/>
        </p:nvSpPr>
        <p:spPr>
          <a:xfrm>
            <a:off x="9831090" y="2195711"/>
            <a:ext cx="144016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7AAAF2"/>
                </a:solidFill>
                <a:latin typeface="IBM Plex Sans" pitchFamily="34" charset="0"/>
                <a:ea typeface="IBM Plex Sans" pitchFamily="34" charset="-122"/>
                <a:cs typeface="IBM Plex Sans" pitchFamily="34" charset="-120"/>
              </a:rPr>
              <a:t>5</a:t>
            </a:r>
            <a:endParaRPr lang="en-US" sz="1200" dirty="0"/>
          </a:p>
        </p:txBody>
      </p:sp>
      <p:sp>
        <p:nvSpPr>
          <p:cNvPr id="26" name="Text 20"/>
          <p:cNvSpPr/>
          <p:nvPr/>
        </p:nvSpPr>
        <p:spPr>
          <a:xfrm>
            <a:off x="9831090" y="2485231"/>
            <a:ext cx="144016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3F4EF"/>
                </a:solidFill>
                <a:latin typeface="Space Grotesk" pitchFamily="34" charset="0"/>
                <a:ea typeface="Space Grotesk" pitchFamily="34" charset="-122"/>
                <a:cs typeface="Space Grotesk" pitchFamily="34" charset="-120"/>
              </a:rPr>
              <a:t>Pessoa</a:t>
            </a:r>
            <a:endParaRPr lang="en-US" sz="1600" dirty="0"/>
          </a:p>
        </p:txBody>
      </p:sp>
      <p:sp>
        <p:nvSpPr>
          <p:cNvPr id="27" name="Text 21"/>
          <p:cNvSpPr/>
          <p:nvPr/>
        </p:nvSpPr>
        <p:spPr>
          <a:xfrm>
            <a:off x="9831090" y="2805212"/>
            <a:ext cx="144016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6C2D4"/>
                </a:solidFill>
                <a:latin typeface="IBM Plex Sans" pitchFamily="34" charset="0"/>
                <a:ea typeface="IBM Plex Sans" pitchFamily="34" charset="-122"/>
                <a:cs typeface="IBM Plex Sans" pitchFamily="34" charset="-120"/>
              </a:rPr>
              <a:t>Confirma ou corrige antes de arquivar.</a:t>
            </a:r>
            <a:endParaRPr lang="en-US" sz="1200" dirty="0"/>
          </a:p>
        </p:txBody>
      </p:sp>
      <p:sp>
        <p:nvSpPr>
          <p:cNvPr id="28" name="Shape 22"/>
          <p:cNvSpPr/>
          <p:nvPr/>
        </p:nvSpPr>
        <p:spPr>
          <a:xfrm>
            <a:off x="812800" y="3908723"/>
            <a:ext cx="5207000" cy="731441"/>
          </a:xfrm>
          <a:prstGeom prst="roundRect">
            <a:avLst>
              <a:gd name="adj" fmla="val 13890"/>
            </a:avLst>
          </a:prstGeom>
          <a:solidFill>
            <a:srgbClr val="E3ECFA"/>
          </a:solidFill>
          <a:ln/>
        </p:spPr>
        <p:txBody>
          <a:bodyPr/>
          <a:lstStyle/>
          <a:p>
            <a:endParaRPr lang="pt-BR"/>
          </a:p>
        </p:txBody>
      </p:sp>
      <p:pic>
        <p:nvPicPr>
          <p:cNvPr id="29" name="Image 4" descr="Lightning"/>
          <p:cNvPicPr>
            <a:picLocks noChangeAspect="1"/>
          </p:cNvPicPr>
          <p:nvPr/>
        </p:nvPicPr>
        <p:blipFill>
          <a:blip r:embed="rId4"/>
          <a:srcRect l="-208" r="-208"/>
          <a:stretch/>
        </p:blipFill>
        <p:spPr>
          <a:xfrm>
            <a:off x="1016000" y="4147443"/>
            <a:ext cx="191294" cy="254000"/>
          </a:xfrm>
          <a:prstGeom prst="rect">
            <a:avLst/>
          </a:prstGeom>
        </p:spPr>
      </p:pic>
      <p:sp>
        <p:nvSpPr>
          <p:cNvPr id="30" name="Text 23"/>
          <p:cNvSpPr/>
          <p:nvPr/>
        </p:nvSpPr>
        <p:spPr>
          <a:xfrm>
            <a:off x="1334294" y="4061123"/>
            <a:ext cx="4616775"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21C2E"/>
                </a:solidFill>
                <a:latin typeface="IBM Plex Sans" pitchFamily="34" charset="0"/>
                <a:ea typeface="IBM Plex Sans" pitchFamily="34" charset="-122"/>
                <a:cs typeface="IBM Plex Sans" pitchFamily="34" charset="-120"/>
              </a:rPr>
              <a:t>Para assim que acha servidor e mês. Folha escaneada: cerca de 2 segundos por página.</a:t>
            </a:r>
            <a:endParaRPr lang="en-US" sz="1200" dirty="0"/>
          </a:p>
        </p:txBody>
      </p:sp>
      <p:sp>
        <p:nvSpPr>
          <p:cNvPr id="31" name="Shape 24"/>
          <p:cNvSpPr/>
          <p:nvPr/>
        </p:nvSpPr>
        <p:spPr>
          <a:xfrm>
            <a:off x="6172200" y="3908723"/>
            <a:ext cx="5207000" cy="731441"/>
          </a:xfrm>
          <a:prstGeom prst="roundRect">
            <a:avLst>
              <a:gd name="adj" fmla="val 13890"/>
            </a:avLst>
          </a:prstGeom>
          <a:solidFill>
            <a:srgbClr val="E3ECFA"/>
          </a:solidFill>
          <a:ln/>
        </p:spPr>
        <p:txBody>
          <a:bodyPr/>
          <a:lstStyle/>
          <a:p>
            <a:endParaRPr lang="pt-BR"/>
          </a:p>
        </p:txBody>
      </p:sp>
      <p:pic>
        <p:nvPicPr>
          <p:cNvPr id="32" name="Image 5" descr="Trust"/>
          <p:cNvPicPr>
            <a:picLocks noChangeAspect="1"/>
          </p:cNvPicPr>
          <p:nvPr/>
        </p:nvPicPr>
        <p:blipFill>
          <a:blip r:embed="rId5"/>
          <a:srcRect t="-135" b="-135"/>
          <a:stretch/>
        </p:blipFill>
        <p:spPr>
          <a:xfrm>
            <a:off x="6375400" y="4147443"/>
            <a:ext cx="183654" cy="254000"/>
          </a:xfrm>
          <a:prstGeom prst="rect">
            <a:avLst/>
          </a:prstGeom>
        </p:spPr>
      </p:pic>
      <p:sp>
        <p:nvSpPr>
          <p:cNvPr id="33" name="Text 25"/>
          <p:cNvSpPr/>
          <p:nvPr/>
        </p:nvSpPr>
        <p:spPr>
          <a:xfrm>
            <a:off x="6686054" y="4061123"/>
            <a:ext cx="4624644"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21C2E"/>
                </a:solidFill>
                <a:latin typeface="IBM Plex Sans" pitchFamily="34" charset="0"/>
                <a:ea typeface="IBM Plex Sans" pitchFamily="34" charset="-122"/>
                <a:cs typeface="IBM Plex Sans" pitchFamily="34" charset="-120"/>
              </a:rPr>
              <a:t>Não achou? Mostra “Não identificado”. Nos testes, nenhuma folha foi para a pessoa errada.</a:t>
            </a:r>
            <a:endParaRPr lang="en-US" sz="1200" dirty="0"/>
          </a:p>
        </p:txBody>
      </p:sp>
      <p:sp>
        <p:nvSpPr>
          <p:cNvPr id="34" name="Text 26"/>
          <p:cNvSpPr/>
          <p:nvPr/>
        </p:nvSpPr>
        <p:spPr>
          <a:xfrm>
            <a:off x="812800" y="6238280"/>
            <a:ext cx="323433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DIGEP · UnDF · Engenharia de Software</a:t>
            </a:r>
            <a:endParaRPr lang="en-US" sz="1200" dirty="0"/>
          </a:p>
        </p:txBody>
      </p:sp>
      <p:sp>
        <p:nvSpPr>
          <p:cNvPr id="35" name="Text 27"/>
          <p:cNvSpPr/>
          <p:nvPr/>
        </p:nvSpPr>
        <p:spPr>
          <a:xfrm>
            <a:off x="11145441" y="6238280"/>
            <a:ext cx="233759"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A5568"/>
                </a:solidFill>
                <a:latin typeface="IBM Plex Sans" pitchFamily="34" charset="0"/>
                <a:ea typeface="IBM Plex Sans" pitchFamily="34" charset="-122"/>
                <a:cs typeface="IBM Plex Sans"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C66C2"/>
                </a:solidFill>
                <a:latin typeface="IBM Plex Sans" pitchFamily="34" charset="0"/>
                <a:ea typeface="IBM Plex Sans" pitchFamily="34" charset="-122"/>
                <a:cs typeface="IBM Plex Sans" pitchFamily="34" charset="-120"/>
              </a:rPr>
              <a:t>FOTOS DE CELULAR</a:t>
            </a:r>
            <a:endParaRPr lang="en-US" sz="1200" dirty="0"/>
          </a:p>
        </p:txBody>
      </p:sp>
      <p:sp>
        <p:nvSpPr>
          <p:cNvPr id="3" name="Text 1"/>
          <p:cNvSpPr>
            <a:spLocks noGrp="1"/>
          </p:cNvSpPr>
          <p:nvPr>
            <p:ph type="title"/>
          </p:nvPr>
        </p:nvSpPr>
        <p:spPr>
          <a:xfrm>
            <a:off x="812800" y="112772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21C2E"/>
                </a:solidFill>
                <a:latin typeface="Space Grotesk" pitchFamily="34" charset="0"/>
                <a:ea typeface="Space Grotesk" pitchFamily="34" charset="-122"/>
                <a:cs typeface="Space Grotesk" pitchFamily="34" charset="-120"/>
              </a:rPr>
              <a:t>Funciona até com foto tirada no celular</a:t>
            </a:r>
            <a:endParaRPr lang="en-US" sz="2800" dirty="0"/>
          </a:p>
        </p:txBody>
      </p:sp>
      <p:pic>
        <p:nvPicPr>
          <p:cNvPr id="4" name="Image 0" descr="Foto de celular de uma folha de ponto assinada de outubro de 2026, sobre uma mesa"/>
          <p:cNvPicPr>
            <a:picLocks noChangeAspect="1"/>
          </p:cNvPicPr>
          <p:nvPr/>
        </p:nvPicPr>
        <p:blipFill>
          <a:blip r:embed="rId3"/>
          <a:srcRect/>
          <a:stretch/>
        </p:blipFill>
        <p:spPr>
          <a:xfrm>
            <a:off x="812800" y="1772841"/>
            <a:ext cx="2857500" cy="3810000"/>
          </a:xfrm>
          <a:prstGeom prst="roundRect">
            <a:avLst>
              <a:gd name="adj" fmla="val 3556"/>
            </a:avLst>
          </a:prstGeom>
          <a:effectLst>
            <a:outerShdw blurRad="304800" dist="101600" dir="5400000" algn="bl" rotWithShape="0">
              <a:srgbClr val="121C2E">
                <a:alpha val="25000"/>
              </a:srgbClr>
            </a:outerShdw>
          </a:effectLst>
        </p:spPr>
      </p:pic>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089400" y="1785541"/>
          <a:ext cx="7289800" cy="2993229"/>
        </p:xfrm>
        <a:graphic>
          <a:graphicData uri="http://schemas.openxmlformats.org/drawingml/2006/table">
            <a:tbl>
              <a:tblPr/>
              <a:tblGrid>
                <a:gridCol w="3790696">
                  <a:extLst>
                    <a:ext uri="{9D8B030D-6E8A-4147-A177-3AD203B41FA5}">
                      <a16:colId xmlns:a16="http://schemas.microsoft.com/office/drawing/2014/main" val="20000"/>
                    </a:ext>
                  </a:extLst>
                </a:gridCol>
                <a:gridCol w="1749552">
                  <a:extLst>
                    <a:ext uri="{9D8B030D-6E8A-4147-A177-3AD203B41FA5}">
                      <a16:colId xmlns:a16="http://schemas.microsoft.com/office/drawing/2014/main" val="20001"/>
                    </a:ext>
                  </a:extLst>
                </a:gridCol>
                <a:gridCol w="1749552">
                  <a:extLst>
                    <a:ext uri="{9D8B030D-6E8A-4147-A177-3AD203B41FA5}">
                      <a16:colId xmlns:a16="http://schemas.microsoft.com/office/drawing/2014/main" val="20002"/>
                    </a:ext>
                  </a:extLst>
                </a:gridCol>
              </a:tblGrid>
              <a:tr h="332581">
                <a:tc>
                  <a:txBody>
                    <a:bodyPr/>
                    <a:lstStyle/>
                    <a:p>
                      <a:pPr marL="0" indent="0">
                        <a:lnSpc>
                          <a:spcPts val="1680"/>
                        </a:lnSpc>
                        <a:buNone/>
                      </a:pPr>
                      <a:r>
                        <a:rPr lang="en-US" sz="1200" b="1" dirty="0">
                          <a:solidFill>
                            <a:srgbClr val="F3F4EF"/>
                          </a:solidFill>
                          <a:latin typeface="IBM Plex Sans" pitchFamily="34" charset="0"/>
                          <a:ea typeface="IBM Plex Sans" pitchFamily="34" charset="-122"/>
                          <a:cs typeface="IBM Plex Sans" pitchFamily="34" charset="-120"/>
                        </a:rPr>
                        <a:t>Tipo de foto</a:t>
                      </a:r>
                      <a:endParaRPr lang="en-US" sz="1200" dirty="0">
                        <a:latin typeface="IBM Plex Sans" charset="0"/>
                        <a:ea typeface="IBM Plex Sans" charset="0"/>
                        <a:cs typeface="IBM Plex Sans" charset="0"/>
                      </a:endParaRPr>
                    </a:p>
                  </a:txBody>
                  <a:tcPr marL="53340" marR="53340" marT="53340" marB="53340">
                    <a:lnL w="12700" cap="flat" cmpd="sng" algn="ctr">
                      <a:solidFill>
                        <a:srgbClr val="C2C3BF"/>
                      </a:solidFill>
                      <a:prstDash val="solid"/>
                      <a:round/>
                      <a:headEnd type="none" w="med" len="med"/>
                      <a:tailEnd type="none" w="med" len="med"/>
                    </a:lnL>
                    <a:lnR w="12700" cap="flat" cmpd="sng" algn="ctr">
                      <a:solidFill>
                        <a:srgbClr val="121A28"/>
                      </a:solidFill>
                      <a:prstDash val="solid"/>
                      <a:round/>
                      <a:headEnd type="none" w="med" len="med"/>
                      <a:tailEnd type="none" w="med" len="med"/>
                    </a:lnR>
                    <a:lnT w="12700" cap="flat" cmpd="sng" algn="ctr">
                      <a:solidFill>
                        <a:srgbClr val="C2C3BF"/>
                      </a:solidFill>
                      <a:prstDash val="solid"/>
                      <a:round/>
                      <a:headEnd type="none" w="med" len="med"/>
                      <a:tailEnd type="none" w="med" len="med"/>
                    </a:lnT>
                    <a:lnB w="12700" cap="flat" cmpd="sng" algn="ctr">
                      <a:solidFill>
                        <a:srgbClr val="121A28"/>
                      </a:solidFill>
                      <a:prstDash val="solid"/>
                      <a:round/>
                      <a:headEnd type="none" w="med" len="med"/>
                      <a:tailEnd type="none" w="med" len="med"/>
                    </a:lnB>
                    <a:solidFill>
                      <a:srgbClr val="121C2E"/>
                    </a:solidFill>
                  </a:tcPr>
                </a:tc>
                <a:tc>
                  <a:txBody>
                    <a:bodyPr/>
                    <a:lstStyle/>
                    <a:p>
                      <a:pPr marL="0" indent="0" algn="ctr">
                        <a:lnSpc>
                          <a:spcPts val="1680"/>
                        </a:lnSpc>
                        <a:buNone/>
                      </a:pPr>
                      <a:r>
                        <a:rPr lang="en-US" sz="1200" b="1" dirty="0">
                          <a:solidFill>
                            <a:srgbClr val="F3F4EF"/>
                          </a:solidFill>
                          <a:latin typeface="IBM Plex Sans" pitchFamily="34" charset="0"/>
                          <a:ea typeface="IBM Plex Sans" pitchFamily="34" charset="-122"/>
                          <a:cs typeface="IBM Plex Sans" pitchFamily="34" charset="-120"/>
                        </a:rPr>
                        <a:t>Sem endireitar</a:t>
                      </a:r>
                      <a:endParaRPr lang="en-US" sz="1200" dirty="0">
                        <a:latin typeface="IBM Plex Sans" charset="0"/>
                        <a:ea typeface="IBM Plex Sans" charset="0"/>
                        <a:cs typeface="IBM Plex Sans" charset="0"/>
                      </a:endParaRPr>
                    </a:p>
                  </a:txBody>
                  <a:tcPr marL="53340" marR="53340" marT="53340" marB="53340">
                    <a:lnL w="12700" cap="flat" cmpd="sng" algn="ctr">
                      <a:solidFill>
                        <a:srgbClr val="121A28"/>
                      </a:solidFill>
                      <a:prstDash val="solid"/>
                      <a:round/>
                      <a:headEnd type="none" w="med" len="med"/>
                      <a:tailEnd type="none" w="med" len="med"/>
                    </a:lnL>
                    <a:lnR w="12700" cap="flat" cmpd="sng" algn="ctr">
                      <a:solidFill>
                        <a:srgbClr val="121A28"/>
                      </a:solidFill>
                      <a:prstDash val="solid"/>
                      <a:round/>
                      <a:headEnd type="none" w="med" len="med"/>
                      <a:tailEnd type="none" w="med" len="med"/>
                    </a:lnR>
                    <a:lnT w="12700" cap="flat" cmpd="sng" algn="ctr">
                      <a:solidFill>
                        <a:srgbClr val="C2C3BF"/>
                      </a:solidFill>
                      <a:prstDash val="solid"/>
                      <a:round/>
                      <a:headEnd type="none" w="med" len="med"/>
                      <a:tailEnd type="none" w="med" len="med"/>
                    </a:lnT>
                    <a:lnB w="12700" cap="flat" cmpd="sng" algn="ctr">
                      <a:solidFill>
                        <a:srgbClr val="121A28"/>
                      </a:solidFill>
                      <a:prstDash val="solid"/>
                      <a:round/>
                      <a:headEnd type="none" w="med" len="med"/>
                      <a:tailEnd type="none" w="med" len="med"/>
                    </a:lnB>
                    <a:solidFill>
                      <a:srgbClr val="121C2E"/>
                    </a:solidFill>
                  </a:tcPr>
                </a:tc>
                <a:tc>
                  <a:txBody>
                    <a:bodyPr/>
                    <a:lstStyle/>
                    <a:p>
                      <a:pPr marL="0" indent="0" algn="ctr">
                        <a:lnSpc>
                          <a:spcPts val="1680"/>
                        </a:lnSpc>
                        <a:buNone/>
                      </a:pPr>
                      <a:r>
                        <a:rPr lang="en-US" sz="1200" b="1" dirty="0">
                          <a:solidFill>
                            <a:srgbClr val="F3F4EF"/>
                          </a:solidFill>
                          <a:latin typeface="IBM Plex Sans" pitchFamily="34" charset="0"/>
                          <a:ea typeface="IBM Plex Sans" pitchFamily="34" charset="-122"/>
                          <a:cs typeface="IBM Plex Sans" pitchFamily="34" charset="-120"/>
                        </a:rPr>
                        <a:t>Com endireitar</a:t>
                      </a:r>
                      <a:endParaRPr lang="en-US" sz="1200" dirty="0">
                        <a:latin typeface="IBM Plex Sans" charset="0"/>
                        <a:ea typeface="IBM Plex Sans" charset="0"/>
                        <a:cs typeface="IBM Plex Sans" charset="0"/>
                      </a:endParaRPr>
                    </a:p>
                  </a:txBody>
                  <a:tcPr marL="53340" marR="53340" marT="53340" marB="53340">
                    <a:lnL w="12700" cap="flat" cmpd="sng" algn="ctr">
                      <a:solidFill>
                        <a:srgbClr val="121A28"/>
                      </a:solidFill>
                      <a:prstDash val="solid"/>
                      <a:round/>
                      <a:headEnd type="none" w="med" len="med"/>
                      <a:tailEnd type="none" w="med" len="med"/>
                    </a:lnL>
                    <a:lnR w="12700" cap="flat" cmpd="sng" algn="ctr">
                      <a:solidFill>
                        <a:srgbClr val="121A28"/>
                      </a:solidFill>
                      <a:prstDash val="solid"/>
                      <a:round/>
                      <a:headEnd type="none" w="med" len="med"/>
                      <a:tailEnd type="none" w="med" len="med"/>
                    </a:lnR>
                    <a:lnT w="12700" cap="flat" cmpd="sng" algn="ctr">
                      <a:solidFill>
                        <a:srgbClr val="C2C3BF"/>
                      </a:solidFill>
                      <a:prstDash val="solid"/>
                      <a:round/>
                      <a:headEnd type="none" w="med" len="med"/>
                      <a:tailEnd type="none" w="med" len="med"/>
                    </a:lnT>
                    <a:lnB w="12700" cap="flat" cmpd="sng" algn="ctr">
                      <a:solidFill>
                        <a:srgbClr val="121A28"/>
                      </a:solidFill>
                      <a:prstDash val="solid"/>
                      <a:round/>
                      <a:headEnd type="none" w="med" len="med"/>
                      <a:tailEnd type="none" w="med" len="med"/>
                    </a:lnB>
                    <a:solidFill>
                      <a:srgbClr val="121C2E"/>
                    </a:solidFill>
                  </a:tcPr>
                </a:tc>
                <a:extLst>
                  <a:ext uri="{0D108BD9-81ED-4DB2-BD59-A6C34878D82A}">
                    <a16:rowId xmlns:a16="http://schemas.microsoft.com/office/drawing/2014/main" val="10000"/>
                  </a:ext>
                </a:extLst>
              </a:tr>
              <a:tr h="332581">
                <a:tc>
                  <a:txBody>
                    <a:bodyPr/>
                    <a:lstStyle/>
                    <a:p>
                      <a:pPr marL="0" indent="0">
                        <a:lnSpc>
                          <a:spcPts val="1680"/>
                        </a:lnSpc>
                        <a:buNone/>
                      </a:pPr>
                      <a:r>
                        <a:rPr lang="en-US" sz="1200" dirty="0">
                          <a:solidFill>
                            <a:srgbClr val="121C2E"/>
                          </a:solidFill>
                          <a:latin typeface="IBM Plex Sans" pitchFamily="34" charset="0"/>
                          <a:ea typeface="IBM Plex Sans" pitchFamily="34" charset="-122"/>
                          <a:cs typeface="IBM Plex Sans" pitchFamily="34" charset="-120"/>
                        </a:rPr>
                        <a:t>Reta, sobre a mesa</a:t>
                      </a:r>
                      <a:endParaRPr lang="en-US" sz="1200" dirty="0">
                        <a:latin typeface="IBM Plex Sans" charset="0"/>
                        <a:ea typeface="IBM Plex Sans" charset="0"/>
                        <a:cs typeface="IBM Plex Sans" charset="0"/>
                      </a:endParaRPr>
                    </a:p>
                  </a:txBody>
                  <a:tcPr marL="53340" marR="53340" marT="53340" marB="53340">
                    <a:lnL w="12700" cap="flat" cmpd="sng" algn="ctr">
                      <a:solidFill>
                        <a:srgbClr val="C2C3BF"/>
                      </a:solidFill>
                      <a:prstDash val="solid"/>
                      <a:round/>
                      <a:headEnd type="none" w="med" len="med"/>
                      <a:tailEnd type="none" w="med" len="med"/>
                    </a:lnL>
                    <a:lnR w="12700" cap="flat" cmpd="sng" algn="ctr">
                      <a:solidFill>
                        <a:srgbClr val="C2C3BF"/>
                      </a:solidFill>
                      <a:prstDash val="solid"/>
                      <a:round/>
                      <a:headEnd type="none" w="med" len="med"/>
                      <a:tailEnd type="none" w="med" len="med"/>
                    </a:lnR>
                    <a:lnT w="12700" cap="flat" cmpd="sng" algn="ctr">
                      <a:solidFill>
                        <a:srgbClr val="121A28"/>
                      </a:solidFill>
                      <a:prstDash val="solid"/>
                      <a:round/>
                      <a:headEnd type="none" w="med" len="med"/>
                      <a:tailEnd type="none" w="med" len="med"/>
                    </a:lnT>
                    <a:lnB w="12700" cap="flat" cmpd="sng" algn="ctr">
                      <a:solidFill>
                        <a:srgbClr val="C2C3BF"/>
                      </a:solidFill>
                      <a:prstDash val="solid"/>
                      <a:round/>
                      <a:headEnd type="none" w="med" len="med"/>
                      <a:tailEnd type="none" w="med" len="med"/>
                    </a:lnB>
                  </a:tcPr>
                </a:tc>
                <a:tc>
                  <a:txBody>
                    <a:bodyPr/>
                    <a:lstStyle/>
                    <a:p>
                      <a:pPr marL="0" indent="0" algn="ctr">
                        <a:lnSpc>
                          <a:spcPts val="1680"/>
                        </a:lnSpc>
                        <a:buNone/>
                      </a:pPr>
                      <a:r>
                        <a:rPr lang="en-US" sz="1200" dirty="0">
                          <a:solidFill>
                            <a:srgbClr val="121C2E"/>
                          </a:solidFill>
                          <a:latin typeface="IBM Plex Sans" pitchFamily="34" charset="0"/>
                          <a:ea typeface="IBM Plex Sans" pitchFamily="34" charset="-122"/>
                          <a:cs typeface="IBM Plex Sans" pitchFamily="34" charset="-120"/>
                        </a:rPr>
                        <a:t>13 de 13</a:t>
                      </a:r>
                      <a:endParaRPr lang="en-US" sz="1200" dirty="0">
                        <a:latin typeface="IBM Plex Sans" charset="0"/>
                        <a:ea typeface="IBM Plex Sans" charset="0"/>
                        <a:cs typeface="IBM Plex Sans" charset="0"/>
                      </a:endParaRPr>
                    </a:p>
                  </a:txBody>
                  <a:tcPr marL="53340" marR="53340" marT="53340" marB="53340">
                    <a:lnL w="12700" cap="flat" cmpd="sng" algn="ctr">
                      <a:solidFill>
                        <a:srgbClr val="C2C3BF"/>
                      </a:solidFill>
                      <a:prstDash val="solid"/>
                      <a:round/>
                      <a:headEnd type="none" w="med" len="med"/>
                      <a:tailEnd type="none" w="med" len="med"/>
                    </a:lnL>
                    <a:lnR w="12700" cap="flat" cmpd="sng" algn="ctr">
                      <a:solidFill>
                        <a:srgbClr val="C2C3BF"/>
                      </a:solidFill>
                      <a:prstDash val="solid"/>
                      <a:round/>
                      <a:headEnd type="none" w="med" len="med"/>
                      <a:tailEnd type="none" w="med" len="med"/>
                    </a:lnR>
                    <a:lnT w="12700" cap="flat" cmpd="sng" algn="ctr">
                      <a:solidFill>
                        <a:srgbClr val="121A28"/>
                      </a:solidFill>
                      <a:prstDash val="solid"/>
                      <a:round/>
                      <a:headEnd type="none" w="med" len="med"/>
                      <a:tailEnd type="none" w="med" len="med"/>
                    </a:lnT>
                    <a:lnB w="12700" cap="flat" cmpd="sng" algn="ctr">
                      <a:solidFill>
                        <a:srgbClr val="C2C3BF"/>
                      </a:solidFill>
                      <a:prstDash val="solid"/>
                      <a:round/>
                      <a:headEnd type="none" w="med" len="med"/>
                      <a:tailEnd type="none" w="med" len="med"/>
                    </a:lnB>
                  </a:tcPr>
                </a:tc>
                <a:tc>
                  <a:txBody>
                    <a:bodyPr/>
                    <a:lstStyle/>
                    <a:p>
                      <a:pPr marL="0" indent="0" algn="ctr">
                        <a:lnSpc>
                          <a:spcPts val="1680"/>
                        </a:lnSpc>
                        <a:buNone/>
                      </a:pPr>
                      <a:r>
                        <a:rPr lang="en-US" sz="1200" dirty="0">
                          <a:solidFill>
                            <a:srgbClr val="121C2E"/>
                          </a:solidFill>
                          <a:latin typeface="IBM Plex Sans" pitchFamily="34" charset="0"/>
                          <a:ea typeface="IBM Plex Sans" pitchFamily="34" charset="-122"/>
                          <a:cs typeface="IBM Plex Sans" pitchFamily="34" charset="-120"/>
                        </a:rPr>
                        <a:t>13 de 13</a:t>
                      </a:r>
                      <a:endParaRPr lang="en-US" sz="1200" dirty="0">
                        <a:latin typeface="IBM Plex Sans" charset="0"/>
                        <a:ea typeface="IBM Plex Sans" charset="0"/>
                        <a:cs typeface="IBM Plex Sans" charset="0"/>
                      </a:endParaRPr>
                    </a:p>
                  </a:txBody>
                  <a:tcPr marL="53340" marR="53340" marT="53340" marB="53340">
                    <a:lnL w="12700" cap="flat" cmpd="sng" algn="ctr">
                      <a:solidFill>
                        <a:srgbClr val="C2C3BF"/>
                      </a:solidFill>
                      <a:prstDash val="solid"/>
                      <a:round/>
                      <a:headEnd type="none" w="med" len="med"/>
                      <a:tailEnd type="none" w="med" len="med"/>
                    </a:lnL>
                    <a:lnR w="12700" cap="flat" cmpd="sng" algn="ctr">
                      <a:solidFill>
                        <a:srgbClr val="C2C3BF"/>
                      </a:solidFill>
                      <a:prstDash val="solid"/>
                      <a:round/>
                      <a:headEnd type="none" w="med" len="med"/>
                      <a:tailEnd type="none" w="med" len="med"/>
                    </a:lnR>
                    <a:lnT w="12700" cap="flat" cmpd="sng" algn="ctr">
                      <a:solidFill>
                        <a:srgbClr val="121A28"/>
                      </a:solidFill>
                      <a:prstDash val="solid"/>
                      <a:round/>
                      <a:headEnd type="none" w="med" len="med"/>
                      <a:tailEnd type="none" w="med" len="med"/>
                    </a:lnT>
                    <a:lnB w="12700" cap="flat" cmpd="sng" algn="ctr">
                      <a:solidFill>
                        <a:srgbClr val="C2C3BF"/>
                      </a:solidFill>
                      <a:prstDash val="solid"/>
                      <a:round/>
                      <a:headEnd type="none" w="med" len="med"/>
                      <a:tailEnd type="none" w="med" len="med"/>
                    </a:lnB>
                  </a:tcPr>
                </a:tc>
                <a:extLst>
                  <a:ext uri="{0D108BD9-81ED-4DB2-BD59-A6C34878D82A}">
                    <a16:rowId xmlns:a16="http://schemas.microsoft.com/office/drawing/2014/main" val="10001"/>
                  </a:ext>
                </a:extLst>
              </a:tr>
              <a:tr h="332581">
                <a:tc>
                  <a:txBody>
                    <a:bodyPr/>
                    <a:lstStyle/>
                    <a:p>
                      <a:pPr marL="0" indent="0">
                        <a:lnSpc>
                          <a:spcPts val="1680"/>
                        </a:lnSpc>
                        <a:buNone/>
                      </a:pPr>
                      <a:r>
                        <a:rPr lang="en-US" sz="1200" dirty="0">
                          <a:solidFill>
                            <a:srgbClr val="121C2E"/>
                          </a:solidFill>
                          <a:latin typeface="IBM Plex Sans" pitchFamily="34" charset="0"/>
                          <a:ea typeface="IBM Plex Sans" pitchFamily="34" charset="-122"/>
                          <a:cs typeface="IBM Plex Sans" pitchFamily="34" charset="-120"/>
                        </a:rPr>
                        <a:t>De lado, em perspectiva</a:t>
                      </a:r>
                      <a:endParaRPr lang="en-US" sz="1200" dirty="0">
                        <a:latin typeface="IBM Plex Sans" charset="0"/>
                        <a:ea typeface="IBM Plex Sans" charset="0"/>
                        <a:cs typeface="IBM Plex Sans" charset="0"/>
                      </a:endParaRPr>
                    </a:p>
                  </a:txBody>
                  <a:tcPr marL="53340" marR="53340" marT="53340" marB="53340">
                    <a:lnL w="12700" cap="flat" cmpd="sng" algn="ctr">
                      <a:solidFill>
                        <a:srgbClr val="C2C3BF"/>
                      </a:solidFill>
                      <a:prstDash val="solid"/>
                      <a:round/>
                      <a:headEnd type="none" w="med" len="med"/>
                      <a:tailEnd type="none" w="med" len="med"/>
                    </a:lnL>
                    <a:lnR w="12700" cap="flat" cmpd="sng" algn="ctr">
                      <a:solidFill>
                        <a:srgbClr val="B9BBB5"/>
                      </a:solidFill>
                      <a:prstDash val="solid"/>
                      <a:round/>
                      <a:headEnd type="none" w="med" len="med"/>
                      <a:tailEnd type="none" w="med" len="med"/>
                    </a:lnR>
                    <a:lnT w="12700" cap="flat" cmpd="sng" algn="ctr">
                      <a:solidFill>
                        <a:srgbClr val="C2C3BF"/>
                      </a:solidFill>
                      <a:prstDash val="solid"/>
                      <a:round/>
                      <a:headEnd type="none" w="med" len="med"/>
                      <a:tailEnd type="none" w="med" len="med"/>
                    </a:lnT>
                    <a:lnB w="12700" cap="flat" cmpd="sng" algn="ctr">
                      <a:solidFill>
                        <a:srgbClr val="B9BBB5"/>
                      </a:solidFill>
                      <a:prstDash val="solid"/>
                      <a:round/>
                      <a:headEnd type="none" w="med" len="med"/>
                      <a:tailEnd type="none" w="med" len="med"/>
                    </a:lnB>
                    <a:solidFill>
                      <a:srgbClr val="E8EAE3"/>
                    </a:solidFill>
                  </a:tcPr>
                </a:tc>
                <a:tc>
                  <a:txBody>
                    <a:bodyPr/>
                    <a:lstStyle/>
                    <a:p>
                      <a:pPr marL="0" indent="0" algn="ctr">
                        <a:lnSpc>
                          <a:spcPts val="1680"/>
                        </a:lnSpc>
                        <a:buNone/>
                      </a:pPr>
                      <a:r>
                        <a:rPr lang="en-US" sz="1200" dirty="0">
                          <a:solidFill>
                            <a:srgbClr val="121C2E"/>
                          </a:solidFill>
                          <a:latin typeface="IBM Plex Sans" pitchFamily="34" charset="0"/>
                          <a:ea typeface="IBM Plex Sans" pitchFamily="34" charset="-122"/>
                          <a:cs typeface="IBM Plex Sans" pitchFamily="34" charset="-120"/>
                        </a:rPr>
                        <a:t>13 de 13</a:t>
                      </a:r>
                      <a:endParaRPr lang="en-US" sz="1200" dirty="0">
                        <a:latin typeface="IBM Plex Sans" charset="0"/>
                        <a:ea typeface="IBM Plex Sans" charset="0"/>
                        <a:cs typeface="IBM Plex Sans" charset="0"/>
                      </a:endParaRPr>
                    </a:p>
                  </a:txBody>
                  <a:tcPr marL="53340" marR="53340" marT="53340" marB="53340">
                    <a:lnL w="12700" cap="flat" cmpd="sng" algn="ctr">
                      <a:solidFill>
                        <a:srgbClr val="B9BBB5"/>
                      </a:solidFill>
                      <a:prstDash val="solid"/>
                      <a:round/>
                      <a:headEnd type="none" w="med" len="med"/>
                      <a:tailEnd type="none" w="med" len="med"/>
                    </a:lnL>
                    <a:lnR w="12700" cap="flat" cmpd="sng" algn="ctr">
                      <a:solidFill>
                        <a:srgbClr val="B9BBB5"/>
                      </a:solidFill>
                      <a:prstDash val="solid"/>
                      <a:round/>
                      <a:headEnd type="none" w="med" len="med"/>
                      <a:tailEnd type="none" w="med" len="med"/>
                    </a:lnR>
                    <a:lnT w="12700" cap="flat" cmpd="sng" algn="ctr">
                      <a:solidFill>
                        <a:srgbClr val="C2C3BF"/>
                      </a:solidFill>
                      <a:prstDash val="solid"/>
                      <a:round/>
                      <a:headEnd type="none" w="med" len="med"/>
                      <a:tailEnd type="none" w="med" len="med"/>
                    </a:lnT>
                    <a:lnB w="12700" cap="flat" cmpd="sng" algn="ctr">
                      <a:solidFill>
                        <a:srgbClr val="B9BBB5"/>
                      </a:solidFill>
                      <a:prstDash val="solid"/>
                      <a:round/>
                      <a:headEnd type="none" w="med" len="med"/>
                      <a:tailEnd type="none" w="med" len="med"/>
                    </a:lnB>
                    <a:solidFill>
                      <a:srgbClr val="E8EAE3"/>
                    </a:solidFill>
                  </a:tcPr>
                </a:tc>
                <a:tc>
                  <a:txBody>
                    <a:bodyPr/>
                    <a:lstStyle/>
                    <a:p>
                      <a:pPr marL="0" indent="0" algn="ctr">
                        <a:lnSpc>
                          <a:spcPts val="1680"/>
                        </a:lnSpc>
                        <a:buNone/>
                      </a:pPr>
                      <a:r>
                        <a:rPr lang="en-US" sz="1200" dirty="0">
                          <a:solidFill>
                            <a:srgbClr val="121C2E"/>
                          </a:solidFill>
                          <a:latin typeface="IBM Plex Sans" pitchFamily="34" charset="0"/>
                          <a:ea typeface="IBM Plex Sans" pitchFamily="34" charset="-122"/>
                          <a:cs typeface="IBM Plex Sans" pitchFamily="34" charset="-120"/>
                        </a:rPr>
                        <a:t>13 de 13</a:t>
                      </a:r>
                      <a:endParaRPr lang="en-US" sz="1200" dirty="0">
                        <a:latin typeface="IBM Plex Sans" charset="0"/>
                        <a:ea typeface="IBM Plex Sans" charset="0"/>
                        <a:cs typeface="IBM Plex Sans" charset="0"/>
                      </a:endParaRPr>
                    </a:p>
                  </a:txBody>
                  <a:tcPr marL="53340" marR="53340" marT="53340" marB="53340">
                    <a:lnL w="12700" cap="flat" cmpd="sng" algn="ctr">
                      <a:solidFill>
                        <a:srgbClr val="B9BBB5"/>
                      </a:solidFill>
                      <a:prstDash val="solid"/>
                      <a:round/>
                      <a:headEnd type="none" w="med" len="med"/>
                      <a:tailEnd type="none" w="med" len="med"/>
                    </a:lnL>
                    <a:lnR w="12700" cap="flat" cmpd="sng" algn="ctr">
                      <a:solidFill>
                        <a:srgbClr val="B9BBB5"/>
                      </a:solidFill>
                      <a:prstDash val="solid"/>
                      <a:round/>
                      <a:headEnd type="none" w="med" len="med"/>
                      <a:tailEnd type="none" w="med" len="med"/>
                    </a:lnR>
                    <a:lnT w="12700" cap="flat" cmpd="sng" algn="ctr">
                      <a:solidFill>
                        <a:srgbClr val="C2C3BF"/>
                      </a:solidFill>
                      <a:prstDash val="solid"/>
                      <a:round/>
                      <a:headEnd type="none" w="med" len="med"/>
                      <a:tailEnd type="none" w="med" len="med"/>
                    </a:lnT>
                    <a:lnB w="12700" cap="flat" cmpd="sng" algn="ctr">
                      <a:solidFill>
                        <a:srgbClr val="B9BBB5"/>
                      </a:solidFill>
                      <a:prstDash val="solid"/>
                      <a:round/>
                      <a:headEnd type="none" w="med" len="med"/>
                      <a:tailEnd type="none" w="med" len="med"/>
                    </a:lnB>
                    <a:solidFill>
                      <a:srgbClr val="E8EAE3"/>
                    </a:solidFill>
                  </a:tcPr>
                </a:tc>
                <a:extLst>
                  <a:ext uri="{0D108BD9-81ED-4DB2-BD59-A6C34878D82A}">
                    <a16:rowId xmlns:a16="http://schemas.microsoft.com/office/drawing/2014/main" val="10002"/>
                  </a:ext>
                </a:extLst>
              </a:tr>
              <a:tr h="332581">
                <a:tc>
                  <a:txBody>
                    <a:bodyPr/>
                    <a:lstStyle/>
                    <a:p>
                      <a:pPr marL="0" indent="0">
                        <a:lnSpc>
                          <a:spcPts val="1680"/>
                        </a:lnSpc>
                        <a:buNone/>
                      </a:pPr>
                      <a:r>
                        <a:rPr lang="en-US" sz="1200" dirty="0">
                          <a:solidFill>
                            <a:srgbClr val="121C2E"/>
                          </a:solidFill>
                          <a:latin typeface="IBM Plex Sans" pitchFamily="34" charset="0"/>
                          <a:ea typeface="IBM Plex Sans" pitchFamily="34" charset="-122"/>
                          <a:cs typeface="IBM Plex Sans" pitchFamily="34" charset="-120"/>
                        </a:rPr>
                        <a:t>Sombra e luz amarelada</a:t>
                      </a:r>
                      <a:endParaRPr lang="en-US" sz="1200" dirty="0">
                        <a:latin typeface="IBM Plex Sans" charset="0"/>
                        <a:ea typeface="IBM Plex Sans" charset="0"/>
                        <a:cs typeface="IBM Plex Sans" charset="0"/>
                      </a:endParaRPr>
                    </a:p>
                  </a:txBody>
                  <a:tcPr marL="53340" marR="53340" marT="53340" marB="53340">
                    <a:lnL w="12700" cap="flat" cmpd="sng" algn="ctr">
                      <a:solidFill>
                        <a:srgbClr val="C2C3BF"/>
                      </a:solidFill>
                      <a:prstDash val="solid"/>
                      <a:round/>
                      <a:headEnd type="none" w="med" len="med"/>
                      <a:tailEnd type="none" w="med" len="med"/>
                    </a:lnL>
                    <a:lnR w="12700" cap="flat" cmpd="sng" algn="ctr">
                      <a:solidFill>
                        <a:srgbClr val="C2C3BF"/>
                      </a:solidFill>
                      <a:prstDash val="solid"/>
                      <a:round/>
                      <a:headEnd type="none" w="med" len="med"/>
                      <a:tailEnd type="none" w="med" len="med"/>
                    </a:lnR>
                    <a:lnT w="12700" cap="flat" cmpd="sng" algn="ctr">
                      <a:solidFill>
                        <a:srgbClr val="B9BBB5"/>
                      </a:solidFill>
                      <a:prstDash val="solid"/>
                      <a:round/>
                      <a:headEnd type="none" w="med" len="med"/>
                      <a:tailEnd type="none" w="med" len="med"/>
                    </a:lnT>
                    <a:lnB w="12700" cap="flat" cmpd="sng" algn="ctr">
                      <a:solidFill>
                        <a:srgbClr val="C2C3BF"/>
                      </a:solidFill>
                      <a:prstDash val="solid"/>
                      <a:round/>
                      <a:headEnd type="none" w="med" len="med"/>
                      <a:tailEnd type="none" w="med" len="med"/>
                    </a:lnB>
                  </a:tcPr>
                </a:tc>
                <a:tc>
                  <a:txBody>
                    <a:bodyPr/>
                    <a:lstStyle/>
                    <a:p>
                      <a:pPr marL="0" indent="0" algn="ctr">
                        <a:lnSpc>
                          <a:spcPts val="1680"/>
                        </a:lnSpc>
                        <a:buNone/>
                      </a:pPr>
                      <a:r>
                        <a:rPr lang="en-US" sz="1200" dirty="0">
                          <a:solidFill>
                            <a:srgbClr val="121C2E"/>
                          </a:solidFill>
                          <a:latin typeface="IBM Plex Sans" pitchFamily="34" charset="0"/>
                          <a:ea typeface="IBM Plex Sans" pitchFamily="34" charset="-122"/>
                          <a:cs typeface="IBM Plex Sans" pitchFamily="34" charset="-120"/>
                        </a:rPr>
                        <a:t>13 de 13</a:t>
                      </a:r>
                      <a:endParaRPr lang="en-US" sz="1200" dirty="0">
                        <a:latin typeface="IBM Plex Sans" charset="0"/>
                        <a:ea typeface="IBM Plex Sans" charset="0"/>
                        <a:cs typeface="IBM Plex Sans" charset="0"/>
                      </a:endParaRPr>
                    </a:p>
                  </a:txBody>
                  <a:tcPr marL="53340" marR="53340" marT="53340" marB="53340">
                    <a:lnL w="12700" cap="flat" cmpd="sng" algn="ctr">
                      <a:solidFill>
                        <a:srgbClr val="C2C3BF"/>
                      </a:solidFill>
                      <a:prstDash val="solid"/>
                      <a:round/>
                      <a:headEnd type="none" w="med" len="med"/>
                      <a:tailEnd type="none" w="med" len="med"/>
                    </a:lnL>
                    <a:lnR w="12700" cap="flat" cmpd="sng" algn="ctr">
                      <a:solidFill>
                        <a:srgbClr val="C2C3BF"/>
                      </a:solidFill>
                      <a:prstDash val="solid"/>
                      <a:round/>
                      <a:headEnd type="none" w="med" len="med"/>
                      <a:tailEnd type="none" w="med" len="med"/>
                    </a:lnR>
                    <a:lnT w="12700" cap="flat" cmpd="sng" algn="ctr">
                      <a:solidFill>
                        <a:srgbClr val="B9BBB5"/>
                      </a:solidFill>
                      <a:prstDash val="solid"/>
                      <a:round/>
                      <a:headEnd type="none" w="med" len="med"/>
                      <a:tailEnd type="none" w="med" len="med"/>
                    </a:lnT>
                    <a:lnB w="12700" cap="flat" cmpd="sng" algn="ctr">
                      <a:solidFill>
                        <a:srgbClr val="C2C3BF"/>
                      </a:solidFill>
                      <a:prstDash val="solid"/>
                      <a:round/>
                      <a:headEnd type="none" w="med" len="med"/>
                      <a:tailEnd type="none" w="med" len="med"/>
                    </a:lnB>
                  </a:tcPr>
                </a:tc>
                <a:tc>
                  <a:txBody>
                    <a:bodyPr/>
                    <a:lstStyle/>
                    <a:p>
                      <a:pPr marL="0" indent="0" algn="ctr">
                        <a:lnSpc>
                          <a:spcPts val="1680"/>
                        </a:lnSpc>
                        <a:buNone/>
                      </a:pPr>
                      <a:r>
                        <a:rPr lang="en-US" sz="1200" dirty="0">
                          <a:solidFill>
                            <a:srgbClr val="121C2E"/>
                          </a:solidFill>
                          <a:latin typeface="IBM Plex Sans" pitchFamily="34" charset="0"/>
                          <a:ea typeface="IBM Plex Sans" pitchFamily="34" charset="-122"/>
                          <a:cs typeface="IBM Plex Sans" pitchFamily="34" charset="-120"/>
                        </a:rPr>
                        <a:t>13 de 13</a:t>
                      </a:r>
                      <a:endParaRPr lang="en-US" sz="1200" dirty="0">
                        <a:latin typeface="IBM Plex Sans" charset="0"/>
                        <a:ea typeface="IBM Plex Sans" charset="0"/>
                        <a:cs typeface="IBM Plex Sans" charset="0"/>
                      </a:endParaRPr>
                    </a:p>
                  </a:txBody>
                  <a:tcPr marL="53340" marR="53340" marT="53340" marB="53340">
                    <a:lnL w="12700" cap="flat" cmpd="sng" algn="ctr">
                      <a:solidFill>
                        <a:srgbClr val="C2C3BF"/>
                      </a:solidFill>
                      <a:prstDash val="solid"/>
                      <a:round/>
                      <a:headEnd type="none" w="med" len="med"/>
                      <a:tailEnd type="none" w="med" len="med"/>
                    </a:lnL>
                    <a:lnR w="12700" cap="flat" cmpd="sng" algn="ctr">
                      <a:solidFill>
                        <a:srgbClr val="C2C3BF"/>
                      </a:solidFill>
                      <a:prstDash val="solid"/>
                      <a:round/>
                      <a:headEnd type="none" w="med" len="med"/>
                      <a:tailEnd type="none" w="med" len="med"/>
                    </a:lnR>
                    <a:lnT w="12700" cap="flat" cmpd="sng" algn="ctr">
                      <a:solidFill>
                        <a:srgbClr val="B9BBB5"/>
                      </a:solidFill>
                      <a:prstDash val="solid"/>
                      <a:round/>
                      <a:headEnd type="none" w="med" len="med"/>
                      <a:tailEnd type="none" w="med" len="med"/>
                    </a:lnT>
                    <a:lnB w="12700" cap="flat" cmpd="sng" algn="ctr">
                      <a:solidFill>
                        <a:srgbClr val="C2C3BF"/>
                      </a:solidFill>
                      <a:prstDash val="solid"/>
                      <a:round/>
                      <a:headEnd type="none" w="med" len="med"/>
                      <a:tailEnd type="none" w="med" len="med"/>
                    </a:lnB>
                  </a:tcPr>
                </a:tc>
                <a:extLst>
                  <a:ext uri="{0D108BD9-81ED-4DB2-BD59-A6C34878D82A}">
                    <a16:rowId xmlns:a16="http://schemas.microsoft.com/office/drawing/2014/main" val="10003"/>
                  </a:ext>
                </a:extLst>
              </a:tr>
              <a:tr h="332581">
                <a:tc>
                  <a:txBody>
                    <a:bodyPr/>
                    <a:lstStyle/>
                    <a:p>
                      <a:pPr marL="0" indent="0">
                        <a:lnSpc>
                          <a:spcPts val="1680"/>
                        </a:lnSpc>
                        <a:buNone/>
                      </a:pPr>
                      <a:r>
                        <a:rPr lang="en-US" sz="1200" dirty="0">
                          <a:solidFill>
                            <a:srgbClr val="121C2E"/>
                          </a:solidFill>
                          <a:latin typeface="IBM Plex Sans" pitchFamily="34" charset="0"/>
                          <a:ea typeface="IBM Plex Sans" pitchFamily="34" charset="-122"/>
                          <a:cs typeface="IBM Plex Sans" pitchFamily="34" charset="-120"/>
                        </a:rPr>
                        <a:t>Comprimida pelo WhatsApp</a:t>
                      </a:r>
                      <a:endParaRPr lang="en-US" sz="1200" dirty="0">
                        <a:latin typeface="IBM Plex Sans" charset="0"/>
                        <a:ea typeface="IBM Plex Sans" charset="0"/>
                        <a:cs typeface="IBM Plex Sans" charset="0"/>
                      </a:endParaRPr>
                    </a:p>
                  </a:txBody>
                  <a:tcPr marL="53340" marR="53340" marT="53340" marB="53340">
                    <a:lnL w="12700" cap="flat" cmpd="sng" algn="ctr">
                      <a:solidFill>
                        <a:srgbClr val="C2C3BF"/>
                      </a:solidFill>
                      <a:prstDash val="solid"/>
                      <a:round/>
                      <a:headEnd type="none" w="med" len="med"/>
                      <a:tailEnd type="none" w="med" len="med"/>
                    </a:lnL>
                    <a:lnR w="12700" cap="flat" cmpd="sng" algn="ctr">
                      <a:solidFill>
                        <a:srgbClr val="B9BBB5"/>
                      </a:solidFill>
                      <a:prstDash val="solid"/>
                      <a:round/>
                      <a:headEnd type="none" w="med" len="med"/>
                      <a:tailEnd type="none" w="med" len="med"/>
                    </a:lnR>
                    <a:lnT w="12700" cap="flat" cmpd="sng" algn="ctr">
                      <a:solidFill>
                        <a:srgbClr val="C2C3BF"/>
                      </a:solidFill>
                      <a:prstDash val="solid"/>
                      <a:round/>
                      <a:headEnd type="none" w="med" len="med"/>
                      <a:tailEnd type="none" w="med" len="med"/>
                    </a:lnT>
                    <a:lnB w="12700" cap="flat" cmpd="sng" algn="ctr">
                      <a:solidFill>
                        <a:srgbClr val="B9BBB5"/>
                      </a:solidFill>
                      <a:prstDash val="solid"/>
                      <a:round/>
                      <a:headEnd type="none" w="med" len="med"/>
                      <a:tailEnd type="none" w="med" len="med"/>
                    </a:lnB>
                    <a:solidFill>
                      <a:srgbClr val="E8EAE3"/>
                    </a:solidFill>
                  </a:tcPr>
                </a:tc>
                <a:tc>
                  <a:txBody>
                    <a:bodyPr/>
                    <a:lstStyle/>
                    <a:p>
                      <a:pPr marL="0" indent="0" algn="ctr">
                        <a:lnSpc>
                          <a:spcPts val="1680"/>
                        </a:lnSpc>
                        <a:buNone/>
                      </a:pPr>
                      <a:r>
                        <a:rPr lang="en-US" sz="1200" dirty="0">
                          <a:solidFill>
                            <a:srgbClr val="121C2E"/>
                          </a:solidFill>
                          <a:latin typeface="IBM Plex Sans" pitchFamily="34" charset="0"/>
                          <a:ea typeface="IBM Plex Sans" pitchFamily="34" charset="-122"/>
                          <a:cs typeface="IBM Plex Sans" pitchFamily="34" charset="-120"/>
                        </a:rPr>
                        <a:t>13 de 13</a:t>
                      </a:r>
                      <a:endParaRPr lang="en-US" sz="1200" dirty="0">
                        <a:latin typeface="IBM Plex Sans" charset="0"/>
                        <a:ea typeface="IBM Plex Sans" charset="0"/>
                        <a:cs typeface="IBM Plex Sans" charset="0"/>
                      </a:endParaRPr>
                    </a:p>
                  </a:txBody>
                  <a:tcPr marL="53340" marR="53340" marT="53340" marB="53340">
                    <a:lnL w="12700" cap="flat" cmpd="sng" algn="ctr">
                      <a:solidFill>
                        <a:srgbClr val="B9BBB5"/>
                      </a:solidFill>
                      <a:prstDash val="solid"/>
                      <a:round/>
                      <a:headEnd type="none" w="med" len="med"/>
                      <a:tailEnd type="none" w="med" len="med"/>
                    </a:lnL>
                    <a:lnR w="12700" cap="flat" cmpd="sng" algn="ctr">
                      <a:solidFill>
                        <a:srgbClr val="B9BBB5"/>
                      </a:solidFill>
                      <a:prstDash val="solid"/>
                      <a:round/>
                      <a:headEnd type="none" w="med" len="med"/>
                      <a:tailEnd type="none" w="med" len="med"/>
                    </a:lnR>
                    <a:lnT w="12700" cap="flat" cmpd="sng" algn="ctr">
                      <a:solidFill>
                        <a:srgbClr val="C2C3BF"/>
                      </a:solidFill>
                      <a:prstDash val="solid"/>
                      <a:round/>
                      <a:headEnd type="none" w="med" len="med"/>
                      <a:tailEnd type="none" w="med" len="med"/>
                    </a:lnT>
                    <a:lnB w="12700" cap="flat" cmpd="sng" algn="ctr">
                      <a:solidFill>
                        <a:srgbClr val="B9BBB5"/>
                      </a:solidFill>
                      <a:prstDash val="solid"/>
                      <a:round/>
                      <a:headEnd type="none" w="med" len="med"/>
                      <a:tailEnd type="none" w="med" len="med"/>
                    </a:lnB>
                    <a:solidFill>
                      <a:srgbClr val="E8EAE3"/>
                    </a:solidFill>
                  </a:tcPr>
                </a:tc>
                <a:tc>
                  <a:txBody>
                    <a:bodyPr/>
                    <a:lstStyle/>
                    <a:p>
                      <a:pPr marL="0" indent="0" algn="ctr">
                        <a:lnSpc>
                          <a:spcPts val="1680"/>
                        </a:lnSpc>
                        <a:buNone/>
                      </a:pPr>
                      <a:r>
                        <a:rPr lang="en-US" sz="1200" dirty="0">
                          <a:solidFill>
                            <a:srgbClr val="121C2E"/>
                          </a:solidFill>
                          <a:latin typeface="IBM Plex Sans" pitchFamily="34" charset="0"/>
                          <a:ea typeface="IBM Plex Sans" pitchFamily="34" charset="-122"/>
                          <a:cs typeface="IBM Plex Sans" pitchFamily="34" charset="-120"/>
                        </a:rPr>
                        <a:t>13 de 13</a:t>
                      </a:r>
                      <a:endParaRPr lang="en-US" sz="1200" dirty="0">
                        <a:latin typeface="IBM Plex Sans" charset="0"/>
                        <a:ea typeface="IBM Plex Sans" charset="0"/>
                        <a:cs typeface="IBM Plex Sans" charset="0"/>
                      </a:endParaRPr>
                    </a:p>
                  </a:txBody>
                  <a:tcPr marL="53340" marR="53340" marT="53340" marB="53340">
                    <a:lnL w="12700" cap="flat" cmpd="sng" algn="ctr">
                      <a:solidFill>
                        <a:srgbClr val="B9BBB5"/>
                      </a:solidFill>
                      <a:prstDash val="solid"/>
                      <a:round/>
                      <a:headEnd type="none" w="med" len="med"/>
                      <a:tailEnd type="none" w="med" len="med"/>
                    </a:lnL>
                    <a:lnR w="12700" cap="flat" cmpd="sng" algn="ctr">
                      <a:solidFill>
                        <a:srgbClr val="B9BBB5"/>
                      </a:solidFill>
                      <a:prstDash val="solid"/>
                      <a:round/>
                      <a:headEnd type="none" w="med" len="med"/>
                      <a:tailEnd type="none" w="med" len="med"/>
                    </a:lnR>
                    <a:lnT w="12700" cap="flat" cmpd="sng" algn="ctr">
                      <a:solidFill>
                        <a:srgbClr val="C2C3BF"/>
                      </a:solidFill>
                      <a:prstDash val="solid"/>
                      <a:round/>
                      <a:headEnd type="none" w="med" len="med"/>
                      <a:tailEnd type="none" w="med" len="med"/>
                    </a:lnT>
                    <a:lnB w="12700" cap="flat" cmpd="sng" algn="ctr">
                      <a:solidFill>
                        <a:srgbClr val="B9BBB5"/>
                      </a:solidFill>
                      <a:prstDash val="solid"/>
                      <a:round/>
                      <a:headEnd type="none" w="med" len="med"/>
                      <a:tailEnd type="none" w="med" len="med"/>
                    </a:lnB>
                    <a:solidFill>
                      <a:srgbClr val="E8EAE3"/>
                    </a:solidFill>
                  </a:tcPr>
                </a:tc>
                <a:extLst>
                  <a:ext uri="{0D108BD9-81ED-4DB2-BD59-A6C34878D82A}">
                    <a16:rowId xmlns:a16="http://schemas.microsoft.com/office/drawing/2014/main" val="10004"/>
                  </a:ext>
                </a:extLst>
              </a:tr>
              <a:tr h="332581">
                <a:tc>
                  <a:txBody>
                    <a:bodyPr/>
                    <a:lstStyle/>
                    <a:p>
                      <a:pPr marL="0" indent="0">
                        <a:lnSpc>
                          <a:spcPts val="1680"/>
                        </a:lnSpc>
                        <a:buNone/>
                      </a:pPr>
                      <a:r>
                        <a:rPr lang="en-US" sz="1200" dirty="0">
                          <a:solidFill>
                            <a:srgbClr val="121C2E"/>
                          </a:solidFill>
                          <a:latin typeface="IBM Plex Sans" pitchFamily="34" charset="0"/>
                          <a:ea typeface="IBM Plex Sans" pitchFamily="34" charset="-122"/>
                          <a:cs typeface="IBM Plex Sans" pitchFamily="34" charset="-120"/>
                        </a:rPr>
                        <a:t>Bem torta (12°)</a:t>
                      </a:r>
                      <a:endParaRPr lang="en-US" sz="1200" dirty="0">
                        <a:latin typeface="IBM Plex Sans" charset="0"/>
                        <a:ea typeface="IBM Plex Sans" charset="0"/>
                        <a:cs typeface="IBM Plex Sans" charset="0"/>
                      </a:endParaRPr>
                    </a:p>
                  </a:txBody>
                  <a:tcPr marL="53340" marR="53340" marT="53340" marB="53340">
                    <a:lnL w="12700" cap="flat" cmpd="sng" algn="ctr">
                      <a:solidFill>
                        <a:srgbClr val="C2C3BF"/>
                      </a:solidFill>
                      <a:prstDash val="solid"/>
                      <a:round/>
                      <a:headEnd type="none" w="med" len="med"/>
                      <a:tailEnd type="none" w="med" len="med"/>
                    </a:lnL>
                    <a:lnR w="12700" cap="flat" cmpd="sng" algn="ctr">
                      <a:solidFill>
                        <a:srgbClr val="C2C3BF"/>
                      </a:solidFill>
                      <a:prstDash val="solid"/>
                      <a:round/>
                      <a:headEnd type="none" w="med" len="med"/>
                      <a:tailEnd type="none" w="med" len="med"/>
                    </a:lnR>
                    <a:lnT w="12700" cap="flat" cmpd="sng" algn="ctr">
                      <a:solidFill>
                        <a:srgbClr val="B9BBB5"/>
                      </a:solidFill>
                      <a:prstDash val="solid"/>
                      <a:round/>
                      <a:headEnd type="none" w="med" len="med"/>
                      <a:tailEnd type="none" w="med" len="med"/>
                    </a:lnT>
                    <a:lnB w="12700" cap="flat" cmpd="sng" algn="ctr">
                      <a:solidFill>
                        <a:srgbClr val="C2C3BF"/>
                      </a:solidFill>
                      <a:prstDash val="solid"/>
                      <a:round/>
                      <a:headEnd type="none" w="med" len="med"/>
                      <a:tailEnd type="none" w="med" len="med"/>
                    </a:lnB>
                  </a:tcPr>
                </a:tc>
                <a:tc>
                  <a:txBody>
                    <a:bodyPr/>
                    <a:lstStyle/>
                    <a:p>
                      <a:pPr marL="0" indent="0" algn="ctr">
                        <a:lnSpc>
                          <a:spcPts val="1680"/>
                        </a:lnSpc>
                        <a:buNone/>
                      </a:pPr>
                      <a:r>
                        <a:rPr lang="en-US" sz="1200" dirty="0">
                          <a:solidFill>
                            <a:srgbClr val="121C2E"/>
                          </a:solidFill>
                          <a:latin typeface="IBM Plex Sans" pitchFamily="34" charset="0"/>
                          <a:ea typeface="IBM Plex Sans" pitchFamily="34" charset="-122"/>
                          <a:cs typeface="IBM Plex Sans" pitchFamily="34" charset="-120"/>
                        </a:rPr>
                        <a:t>0 de 13</a:t>
                      </a:r>
                      <a:endParaRPr lang="en-US" sz="1200" dirty="0">
                        <a:latin typeface="IBM Plex Sans" charset="0"/>
                        <a:ea typeface="IBM Plex Sans" charset="0"/>
                        <a:cs typeface="IBM Plex Sans" charset="0"/>
                      </a:endParaRPr>
                    </a:p>
                  </a:txBody>
                  <a:tcPr marL="53340" marR="53340" marT="53340" marB="53340">
                    <a:lnL w="12700" cap="flat" cmpd="sng" algn="ctr">
                      <a:solidFill>
                        <a:srgbClr val="C2C3BF"/>
                      </a:solidFill>
                      <a:prstDash val="solid"/>
                      <a:round/>
                      <a:headEnd type="none" w="med" len="med"/>
                      <a:tailEnd type="none" w="med" len="med"/>
                    </a:lnL>
                    <a:lnR w="12700" cap="flat" cmpd="sng" algn="ctr">
                      <a:solidFill>
                        <a:srgbClr val="C2C3BF"/>
                      </a:solidFill>
                      <a:prstDash val="solid"/>
                      <a:round/>
                      <a:headEnd type="none" w="med" len="med"/>
                      <a:tailEnd type="none" w="med" len="med"/>
                    </a:lnR>
                    <a:lnT w="12700" cap="flat" cmpd="sng" algn="ctr">
                      <a:solidFill>
                        <a:srgbClr val="B9BBB5"/>
                      </a:solidFill>
                      <a:prstDash val="solid"/>
                      <a:round/>
                      <a:headEnd type="none" w="med" len="med"/>
                      <a:tailEnd type="none" w="med" len="med"/>
                    </a:lnT>
                    <a:lnB w="12700" cap="flat" cmpd="sng" algn="ctr">
                      <a:solidFill>
                        <a:srgbClr val="C2C3BF"/>
                      </a:solidFill>
                      <a:prstDash val="solid"/>
                      <a:round/>
                      <a:headEnd type="none" w="med" len="med"/>
                      <a:tailEnd type="none" w="med" len="med"/>
                    </a:lnB>
                  </a:tcPr>
                </a:tc>
                <a:tc>
                  <a:txBody>
                    <a:bodyPr/>
                    <a:lstStyle/>
                    <a:p>
                      <a:pPr marL="0" indent="0" algn="ctr">
                        <a:lnSpc>
                          <a:spcPts val="1680"/>
                        </a:lnSpc>
                        <a:buNone/>
                      </a:pPr>
                      <a:r>
                        <a:rPr lang="en-US" sz="1200" dirty="0">
                          <a:solidFill>
                            <a:srgbClr val="2C66C2"/>
                          </a:solidFill>
                          <a:latin typeface="IBM Plex Sans" pitchFamily="34" charset="0"/>
                          <a:ea typeface="IBM Plex Sans" pitchFamily="34" charset="-122"/>
                          <a:cs typeface="IBM Plex Sans" pitchFamily="34" charset="-120"/>
                        </a:rPr>
                        <a:t>13 de 13</a:t>
                      </a:r>
                      <a:endParaRPr lang="en-US" sz="1200" dirty="0">
                        <a:latin typeface="IBM Plex Sans" charset="0"/>
                        <a:ea typeface="IBM Plex Sans" charset="0"/>
                        <a:cs typeface="IBM Plex Sans" charset="0"/>
                      </a:endParaRPr>
                    </a:p>
                  </a:txBody>
                  <a:tcPr marL="53340" marR="53340" marT="53340" marB="53340">
                    <a:lnL w="12700" cap="flat" cmpd="sng" algn="ctr">
                      <a:solidFill>
                        <a:srgbClr val="C2C3BF"/>
                      </a:solidFill>
                      <a:prstDash val="solid"/>
                      <a:round/>
                      <a:headEnd type="none" w="med" len="med"/>
                      <a:tailEnd type="none" w="med" len="med"/>
                    </a:lnL>
                    <a:lnR w="12700" cap="flat" cmpd="sng" algn="ctr">
                      <a:solidFill>
                        <a:srgbClr val="C2C3BF"/>
                      </a:solidFill>
                      <a:prstDash val="solid"/>
                      <a:round/>
                      <a:headEnd type="none" w="med" len="med"/>
                      <a:tailEnd type="none" w="med" len="med"/>
                    </a:lnR>
                    <a:lnT w="12700" cap="flat" cmpd="sng" algn="ctr">
                      <a:solidFill>
                        <a:srgbClr val="B9BBB5"/>
                      </a:solidFill>
                      <a:prstDash val="solid"/>
                      <a:round/>
                      <a:headEnd type="none" w="med" len="med"/>
                      <a:tailEnd type="none" w="med" len="med"/>
                    </a:lnT>
                    <a:lnB w="12700" cap="flat" cmpd="sng" algn="ctr">
                      <a:solidFill>
                        <a:srgbClr val="C2C3BF"/>
                      </a:solidFill>
                      <a:prstDash val="solid"/>
                      <a:round/>
                      <a:headEnd type="none" w="med" len="med"/>
                      <a:tailEnd type="none" w="med" len="med"/>
                    </a:lnB>
                  </a:tcPr>
                </a:tc>
                <a:extLst>
                  <a:ext uri="{0D108BD9-81ED-4DB2-BD59-A6C34878D82A}">
                    <a16:rowId xmlns:a16="http://schemas.microsoft.com/office/drawing/2014/main" val="10005"/>
                  </a:ext>
                </a:extLst>
              </a:tr>
              <a:tr h="332581">
                <a:tc>
                  <a:txBody>
                    <a:bodyPr/>
                    <a:lstStyle/>
                    <a:p>
                      <a:pPr marL="0" indent="0">
                        <a:lnSpc>
                          <a:spcPts val="1680"/>
                        </a:lnSpc>
                        <a:buNone/>
                      </a:pPr>
                      <a:r>
                        <a:rPr lang="en-US" sz="1200" dirty="0">
                          <a:solidFill>
                            <a:srgbClr val="121C2E"/>
                          </a:solidFill>
                          <a:latin typeface="IBM Plex Sans" pitchFamily="34" charset="0"/>
                          <a:ea typeface="IBM Plex Sans" pitchFamily="34" charset="-122"/>
                          <a:cs typeface="IBM Plex Sans" pitchFamily="34" charset="-120"/>
                        </a:rPr>
                        <a:t>Deitada (90°)</a:t>
                      </a:r>
                      <a:endParaRPr lang="en-US" sz="1200" dirty="0">
                        <a:latin typeface="IBM Plex Sans" charset="0"/>
                        <a:ea typeface="IBM Plex Sans" charset="0"/>
                        <a:cs typeface="IBM Plex Sans" charset="0"/>
                      </a:endParaRPr>
                    </a:p>
                  </a:txBody>
                  <a:tcPr marL="53340" marR="53340" marT="53340" marB="53340">
                    <a:lnL w="12700" cap="flat" cmpd="sng" algn="ctr">
                      <a:solidFill>
                        <a:srgbClr val="C2C3BF"/>
                      </a:solidFill>
                      <a:prstDash val="solid"/>
                      <a:round/>
                      <a:headEnd type="none" w="med" len="med"/>
                      <a:tailEnd type="none" w="med" len="med"/>
                    </a:lnL>
                    <a:lnR w="12700" cap="flat" cmpd="sng" algn="ctr">
                      <a:solidFill>
                        <a:srgbClr val="B9BBB5"/>
                      </a:solidFill>
                      <a:prstDash val="solid"/>
                      <a:round/>
                      <a:headEnd type="none" w="med" len="med"/>
                      <a:tailEnd type="none" w="med" len="med"/>
                    </a:lnR>
                    <a:lnT w="12700" cap="flat" cmpd="sng" algn="ctr">
                      <a:solidFill>
                        <a:srgbClr val="C2C3BF"/>
                      </a:solidFill>
                      <a:prstDash val="solid"/>
                      <a:round/>
                      <a:headEnd type="none" w="med" len="med"/>
                      <a:tailEnd type="none" w="med" len="med"/>
                    </a:lnT>
                    <a:lnB w="12700" cap="flat" cmpd="sng" algn="ctr">
                      <a:solidFill>
                        <a:srgbClr val="B9BBB5"/>
                      </a:solidFill>
                      <a:prstDash val="solid"/>
                      <a:round/>
                      <a:headEnd type="none" w="med" len="med"/>
                      <a:tailEnd type="none" w="med" len="med"/>
                    </a:lnB>
                    <a:solidFill>
                      <a:srgbClr val="E8EAE3"/>
                    </a:solidFill>
                  </a:tcPr>
                </a:tc>
                <a:tc>
                  <a:txBody>
                    <a:bodyPr/>
                    <a:lstStyle/>
                    <a:p>
                      <a:pPr marL="0" indent="0" algn="ctr">
                        <a:lnSpc>
                          <a:spcPts val="1680"/>
                        </a:lnSpc>
                        <a:buNone/>
                      </a:pPr>
                      <a:r>
                        <a:rPr lang="en-US" sz="1200" dirty="0">
                          <a:solidFill>
                            <a:srgbClr val="121C2E"/>
                          </a:solidFill>
                          <a:latin typeface="IBM Plex Sans" pitchFamily="34" charset="0"/>
                          <a:ea typeface="IBM Plex Sans" pitchFamily="34" charset="-122"/>
                          <a:cs typeface="IBM Plex Sans" pitchFamily="34" charset="-120"/>
                        </a:rPr>
                        <a:t>0 de 13</a:t>
                      </a:r>
                      <a:endParaRPr lang="en-US" sz="1200" dirty="0">
                        <a:latin typeface="IBM Plex Sans" charset="0"/>
                        <a:ea typeface="IBM Plex Sans" charset="0"/>
                        <a:cs typeface="IBM Plex Sans" charset="0"/>
                      </a:endParaRPr>
                    </a:p>
                  </a:txBody>
                  <a:tcPr marL="53340" marR="53340" marT="53340" marB="53340">
                    <a:lnL w="12700" cap="flat" cmpd="sng" algn="ctr">
                      <a:solidFill>
                        <a:srgbClr val="B9BBB5"/>
                      </a:solidFill>
                      <a:prstDash val="solid"/>
                      <a:round/>
                      <a:headEnd type="none" w="med" len="med"/>
                      <a:tailEnd type="none" w="med" len="med"/>
                    </a:lnL>
                    <a:lnR w="12700" cap="flat" cmpd="sng" algn="ctr">
                      <a:solidFill>
                        <a:srgbClr val="B9BBB5"/>
                      </a:solidFill>
                      <a:prstDash val="solid"/>
                      <a:round/>
                      <a:headEnd type="none" w="med" len="med"/>
                      <a:tailEnd type="none" w="med" len="med"/>
                    </a:lnR>
                    <a:lnT w="12700" cap="flat" cmpd="sng" algn="ctr">
                      <a:solidFill>
                        <a:srgbClr val="C2C3BF"/>
                      </a:solidFill>
                      <a:prstDash val="solid"/>
                      <a:round/>
                      <a:headEnd type="none" w="med" len="med"/>
                      <a:tailEnd type="none" w="med" len="med"/>
                    </a:lnT>
                    <a:lnB w="12700" cap="flat" cmpd="sng" algn="ctr">
                      <a:solidFill>
                        <a:srgbClr val="B9BBB5"/>
                      </a:solidFill>
                      <a:prstDash val="solid"/>
                      <a:round/>
                      <a:headEnd type="none" w="med" len="med"/>
                      <a:tailEnd type="none" w="med" len="med"/>
                    </a:lnB>
                    <a:solidFill>
                      <a:srgbClr val="E8EAE3"/>
                    </a:solidFill>
                  </a:tcPr>
                </a:tc>
                <a:tc>
                  <a:txBody>
                    <a:bodyPr/>
                    <a:lstStyle/>
                    <a:p>
                      <a:pPr marL="0" indent="0" algn="ctr">
                        <a:lnSpc>
                          <a:spcPts val="1680"/>
                        </a:lnSpc>
                        <a:buNone/>
                      </a:pPr>
                      <a:r>
                        <a:rPr lang="en-US" sz="1200" dirty="0">
                          <a:solidFill>
                            <a:srgbClr val="2C66C2"/>
                          </a:solidFill>
                          <a:latin typeface="IBM Plex Sans" pitchFamily="34" charset="0"/>
                          <a:ea typeface="IBM Plex Sans" pitchFamily="34" charset="-122"/>
                          <a:cs typeface="IBM Plex Sans" pitchFamily="34" charset="-120"/>
                        </a:rPr>
                        <a:t>12 de 13</a:t>
                      </a:r>
                      <a:endParaRPr lang="en-US" sz="1200" dirty="0">
                        <a:latin typeface="IBM Plex Sans" charset="0"/>
                        <a:ea typeface="IBM Plex Sans" charset="0"/>
                        <a:cs typeface="IBM Plex Sans" charset="0"/>
                      </a:endParaRPr>
                    </a:p>
                  </a:txBody>
                  <a:tcPr marL="53340" marR="53340" marT="53340" marB="53340">
                    <a:lnL w="12700" cap="flat" cmpd="sng" algn="ctr">
                      <a:solidFill>
                        <a:srgbClr val="B9BBB5"/>
                      </a:solidFill>
                      <a:prstDash val="solid"/>
                      <a:round/>
                      <a:headEnd type="none" w="med" len="med"/>
                      <a:tailEnd type="none" w="med" len="med"/>
                    </a:lnL>
                    <a:lnR w="12700" cap="flat" cmpd="sng" algn="ctr">
                      <a:solidFill>
                        <a:srgbClr val="B9BBB5"/>
                      </a:solidFill>
                      <a:prstDash val="solid"/>
                      <a:round/>
                      <a:headEnd type="none" w="med" len="med"/>
                      <a:tailEnd type="none" w="med" len="med"/>
                    </a:lnR>
                    <a:lnT w="12700" cap="flat" cmpd="sng" algn="ctr">
                      <a:solidFill>
                        <a:srgbClr val="C2C3BF"/>
                      </a:solidFill>
                      <a:prstDash val="solid"/>
                      <a:round/>
                      <a:headEnd type="none" w="med" len="med"/>
                      <a:tailEnd type="none" w="med" len="med"/>
                    </a:lnT>
                    <a:lnB w="12700" cap="flat" cmpd="sng" algn="ctr">
                      <a:solidFill>
                        <a:srgbClr val="B9BBB5"/>
                      </a:solidFill>
                      <a:prstDash val="solid"/>
                      <a:round/>
                      <a:headEnd type="none" w="med" len="med"/>
                      <a:tailEnd type="none" w="med" len="med"/>
                    </a:lnB>
                    <a:solidFill>
                      <a:srgbClr val="E8EAE3"/>
                    </a:solidFill>
                  </a:tcPr>
                </a:tc>
                <a:extLst>
                  <a:ext uri="{0D108BD9-81ED-4DB2-BD59-A6C34878D82A}">
                    <a16:rowId xmlns:a16="http://schemas.microsoft.com/office/drawing/2014/main" val="10006"/>
                  </a:ext>
                </a:extLst>
              </a:tr>
              <a:tr h="332581">
                <a:tc>
                  <a:txBody>
                    <a:bodyPr/>
                    <a:lstStyle/>
                    <a:p>
                      <a:pPr marL="0" indent="0">
                        <a:lnSpc>
                          <a:spcPts val="1680"/>
                        </a:lnSpc>
                        <a:buNone/>
                      </a:pPr>
                      <a:r>
                        <a:rPr lang="en-US" sz="1200" dirty="0">
                          <a:solidFill>
                            <a:srgbClr val="121C2E"/>
                          </a:solidFill>
                          <a:latin typeface="IBM Plex Sans" pitchFamily="34" charset="0"/>
                          <a:ea typeface="IBM Plex Sans" pitchFamily="34" charset="-122"/>
                          <a:cs typeface="IBM Plex Sans" pitchFamily="34" charset="-120"/>
                        </a:rPr>
                        <a:t>De ponta-cabeça</a:t>
                      </a:r>
                      <a:endParaRPr lang="en-US" sz="1200" dirty="0">
                        <a:latin typeface="IBM Plex Sans" charset="0"/>
                        <a:ea typeface="IBM Plex Sans" charset="0"/>
                        <a:cs typeface="IBM Plex Sans" charset="0"/>
                      </a:endParaRPr>
                    </a:p>
                  </a:txBody>
                  <a:tcPr marL="53340" marR="53340" marT="53340" marB="53340">
                    <a:lnL w="12700" cap="flat" cmpd="sng" algn="ctr">
                      <a:solidFill>
                        <a:srgbClr val="C2C3BF"/>
                      </a:solidFill>
                      <a:prstDash val="solid"/>
                      <a:round/>
                      <a:headEnd type="none" w="med" len="med"/>
                      <a:tailEnd type="none" w="med" len="med"/>
                    </a:lnL>
                    <a:lnR w="12700" cap="flat" cmpd="sng" algn="ctr">
                      <a:solidFill>
                        <a:srgbClr val="C2C3BF"/>
                      </a:solidFill>
                      <a:prstDash val="solid"/>
                      <a:round/>
                      <a:headEnd type="none" w="med" len="med"/>
                      <a:tailEnd type="none" w="med" len="med"/>
                    </a:lnR>
                    <a:lnT w="12700" cap="flat" cmpd="sng" algn="ctr">
                      <a:solidFill>
                        <a:srgbClr val="B9BBB5"/>
                      </a:solidFill>
                      <a:prstDash val="solid"/>
                      <a:round/>
                      <a:headEnd type="none" w="med" len="med"/>
                      <a:tailEnd type="none" w="med" len="med"/>
                    </a:lnT>
                    <a:lnB w="12700" cap="flat" cmpd="sng" algn="ctr">
                      <a:solidFill>
                        <a:srgbClr val="C2C3BF"/>
                      </a:solidFill>
                      <a:prstDash val="solid"/>
                      <a:round/>
                      <a:headEnd type="none" w="med" len="med"/>
                      <a:tailEnd type="none" w="med" len="med"/>
                    </a:lnB>
                  </a:tcPr>
                </a:tc>
                <a:tc>
                  <a:txBody>
                    <a:bodyPr/>
                    <a:lstStyle/>
                    <a:p>
                      <a:pPr marL="0" indent="0" algn="ctr">
                        <a:lnSpc>
                          <a:spcPts val="1680"/>
                        </a:lnSpc>
                        <a:buNone/>
                      </a:pPr>
                      <a:r>
                        <a:rPr lang="en-US" sz="1200" dirty="0">
                          <a:solidFill>
                            <a:srgbClr val="121C2E"/>
                          </a:solidFill>
                          <a:latin typeface="IBM Plex Sans" pitchFamily="34" charset="0"/>
                          <a:ea typeface="IBM Plex Sans" pitchFamily="34" charset="-122"/>
                          <a:cs typeface="IBM Plex Sans" pitchFamily="34" charset="-120"/>
                        </a:rPr>
                        <a:t>0 de 13</a:t>
                      </a:r>
                      <a:endParaRPr lang="en-US" sz="1200" dirty="0">
                        <a:latin typeface="IBM Plex Sans" charset="0"/>
                        <a:ea typeface="IBM Plex Sans" charset="0"/>
                        <a:cs typeface="IBM Plex Sans" charset="0"/>
                      </a:endParaRPr>
                    </a:p>
                  </a:txBody>
                  <a:tcPr marL="53340" marR="53340" marT="53340" marB="53340">
                    <a:lnL w="12700" cap="flat" cmpd="sng" algn="ctr">
                      <a:solidFill>
                        <a:srgbClr val="C2C3BF"/>
                      </a:solidFill>
                      <a:prstDash val="solid"/>
                      <a:round/>
                      <a:headEnd type="none" w="med" len="med"/>
                      <a:tailEnd type="none" w="med" len="med"/>
                    </a:lnL>
                    <a:lnR w="12700" cap="flat" cmpd="sng" algn="ctr">
                      <a:solidFill>
                        <a:srgbClr val="C2C3BF"/>
                      </a:solidFill>
                      <a:prstDash val="solid"/>
                      <a:round/>
                      <a:headEnd type="none" w="med" len="med"/>
                      <a:tailEnd type="none" w="med" len="med"/>
                    </a:lnR>
                    <a:lnT w="12700" cap="flat" cmpd="sng" algn="ctr">
                      <a:solidFill>
                        <a:srgbClr val="B9BBB5"/>
                      </a:solidFill>
                      <a:prstDash val="solid"/>
                      <a:round/>
                      <a:headEnd type="none" w="med" len="med"/>
                      <a:tailEnd type="none" w="med" len="med"/>
                    </a:lnT>
                    <a:lnB w="12700" cap="flat" cmpd="sng" algn="ctr">
                      <a:solidFill>
                        <a:srgbClr val="C2C3BF"/>
                      </a:solidFill>
                      <a:prstDash val="solid"/>
                      <a:round/>
                      <a:headEnd type="none" w="med" len="med"/>
                      <a:tailEnd type="none" w="med" len="med"/>
                    </a:lnB>
                  </a:tcPr>
                </a:tc>
                <a:tc>
                  <a:txBody>
                    <a:bodyPr/>
                    <a:lstStyle/>
                    <a:p>
                      <a:pPr marL="0" indent="0" algn="ctr">
                        <a:lnSpc>
                          <a:spcPts val="1680"/>
                        </a:lnSpc>
                        <a:buNone/>
                      </a:pPr>
                      <a:r>
                        <a:rPr lang="en-US" sz="1200" dirty="0">
                          <a:solidFill>
                            <a:srgbClr val="2C66C2"/>
                          </a:solidFill>
                          <a:latin typeface="IBM Plex Sans" pitchFamily="34" charset="0"/>
                          <a:ea typeface="IBM Plex Sans" pitchFamily="34" charset="-122"/>
                          <a:cs typeface="IBM Plex Sans" pitchFamily="34" charset="-120"/>
                        </a:rPr>
                        <a:t>13 de 13</a:t>
                      </a:r>
                      <a:endParaRPr lang="en-US" sz="1200" dirty="0">
                        <a:latin typeface="IBM Plex Sans" charset="0"/>
                        <a:ea typeface="IBM Plex Sans" charset="0"/>
                        <a:cs typeface="IBM Plex Sans" charset="0"/>
                      </a:endParaRPr>
                    </a:p>
                  </a:txBody>
                  <a:tcPr marL="53340" marR="53340" marT="53340" marB="53340">
                    <a:lnL w="12700" cap="flat" cmpd="sng" algn="ctr">
                      <a:solidFill>
                        <a:srgbClr val="C2C3BF"/>
                      </a:solidFill>
                      <a:prstDash val="solid"/>
                      <a:round/>
                      <a:headEnd type="none" w="med" len="med"/>
                      <a:tailEnd type="none" w="med" len="med"/>
                    </a:lnL>
                    <a:lnR w="12700" cap="flat" cmpd="sng" algn="ctr">
                      <a:solidFill>
                        <a:srgbClr val="C2C3BF"/>
                      </a:solidFill>
                      <a:prstDash val="solid"/>
                      <a:round/>
                      <a:headEnd type="none" w="med" len="med"/>
                      <a:tailEnd type="none" w="med" len="med"/>
                    </a:lnR>
                    <a:lnT w="12700" cap="flat" cmpd="sng" algn="ctr">
                      <a:solidFill>
                        <a:srgbClr val="B9BBB5"/>
                      </a:solidFill>
                      <a:prstDash val="solid"/>
                      <a:round/>
                      <a:headEnd type="none" w="med" len="med"/>
                      <a:tailEnd type="none" w="med" len="med"/>
                    </a:lnT>
                    <a:lnB w="12700" cap="flat" cmpd="sng" algn="ctr">
                      <a:solidFill>
                        <a:srgbClr val="C2C3BF"/>
                      </a:solidFill>
                      <a:prstDash val="solid"/>
                      <a:round/>
                      <a:headEnd type="none" w="med" len="med"/>
                      <a:tailEnd type="none" w="med" len="med"/>
                    </a:lnB>
                  </a:tcPr>
                </a:tc>
                <a:extLst>
                  <a:ext uri="{0D108BD9-81ED-4DB2-BD59-A6C34878D82A}">
                    <a16:rowId xmlns:a16="http://schemas.microsoft.com/office/drawing/2014/main" val="10007"/>
                  </a:ext>
                </a:extLst>
              </a:tr>
              <a:tr h="332581">
                <a:tc>
                  <a:txBody>
                    <a:bodyPr/>
                    <a:lstStyle/>
                    <a:p>
                      <a:pPr marL="0" indent="0">
                        <a:lnSpc>
                          <a:spcPts val="1680"/>
                        </a:lnSpc>
                        <a:buNone/>
                      </a:pPr>
                      <a:r>
                        <a:rPr lang="en-US" sz="1200" dirty="0">
                          <a:solidFill>
                            <a:srgbClr val="121C2E"/>
                          </a:solidFill>
                          <a:latin typeface="IBM Plex Sans" pitchFamily="34" charset="0"/>
                          <a:ea typeface="IBM Plex Sans" pitchFamily="34" charset="-122"/>
                          <a:cs typeface="IBM Plex Sans" pitchFamily="34" charset="-120"/>
                        </a:rPr>
                        <a:t>Desfocada (mão tremida)</a:t>
                      </a:r>
                      <a:endParaRPr lang="en-US" sz="1200" dirty="0">
                        <a:latin typeface="IBM Plex Sans" charset="0"/>
                        <a:ea typeface="IBM Plex Sans" charset="0"/>
                        <a:cs typeface="IBM Plex Sans" charset="0"/>
                      </a:endParaRPr>
                    </a:p>
                  </a:txBody>
                  <a:tcPr marL="53340" marR="53340" marT="53340" marB="53340">
                    <a:lnL w="12700" cap="flat" cmpd="sng" algn="ctr">
                      <a:solidFill>
                        <a:srgbClr val="C2C3BF"/>
                      </a:solidFill>
                      <a:prstDash val="solid"/>
                      <a:round/>
                      <a:headEnd type="none" w="med" len="med"/>
                      <a:tailEnd type="none" w="med" len="med"/>
                    </a:lnL>
                    <a:lnR w="12700" cap="flat" cmpd="sng" algn="ctr">
                      <a:solidFill>
                        <a:srgbClr val="B9BBB5"/>
                      </a:solidFill>
                      <a:prstDash val="solid"/>
                      <a:round/>
                      <a:headEnd type="none" w="med" len="med"/>
                      <a:tailEnd type="none" w="med" len="med"/>
                    </a:lnR>
                    <a:lnT w="12700" cap="flat" cmpd="sng" algn="ctr">
                      <a:solidFill>
                        <a:srgbClr val="C2C3BF"/>
                      </a:solidFill>
                      <a:prstDash val="solid"/>
                      <a:round/>
                      <a:headEnd type="none" w="med" len="med"/>
                      <a:tailEnd type="none" w="med" len="med"/>
                    </a:lnT>
                    <a:lnB w="12700" cap="flat" cmpd="sng" algn="ctr">
                      <a:solidFill>
                        <a:srgbClr val="B9BBB5"/>
                      </a:solidFill>
                      <a:prstDash val="solid"/>
                      <a:round/>
                      <a:headEnd type="none" w="med" len="med"/>
                      <a:tailEnd type="none" w="med" len="med"/>
                    </a:lnB>
                    <a:solidFill>
                      <a:srgbClr val="E8EAE3"/>
                    </a:solidFill>
                  </a:tcPr>
                </a:tc>
                <a:tc>
                  <a:txBody>
                    <a:bodyPr/>
                    <a:lstStyle/>
                    <a:p>
                      <a:pPr marL="0" indent="0" algn="ctr">
                        <a:lnSpc>
                          <a:spcPts val="1680"/>
                        </a:lnSpc>
                        <a:buNone/>
                      </a:pPr>
                      <a:r>
                        <a:rPr lang="en-US" sz="1200" dirty="0">
                          <a:solidFill>
                            <a:srgbClr val="121C2E"/>
                          </a:solidFill>
                          <a:latin typeface="IBM Plex Sans" pitchFamily="34" charset="0"/>
                          <a:ea typeface="IBM Plex Sans" pitchFamily="34" charset="-122"/>
                          <a:cs typeface="IBM Plex Sans" pitchFamily="34" charset="-120"/>
                        </a:rPr>
                        <a:t>9 de 13</a:t>
                      </a:r>
                      <a:endParaRPr lang="en-US" sz="1200" dirty="0">
                        <a:latin typeface="IBM Plex Sans" charset="0"/>
                        <a:ea typeface="IBM Plex Sans" charset="0"/>
                        <a:cs typeface="IBM Plex Sans" charset="0"/>
                      </a:endParaRPr>
                    </a:p>
                  </a:txBody>
                  <a:tcPr marL="53340" marR="53340" marT="53340" marB="53340">
                    <a:lnL w="12700" cap="flat" cmpd="sng" algn="ctr">
                      <a:solidFill>
                        <a:srgbClr val="B9BBB5"/>
                      </a:solidFill>
                      <a:prstDash val="solid"/>
                      <a:round/>
                      <a:headEnd type="none" w="med" len="med"/>
                      <a:tailEnd type="none" w="med" len="med"/>
                    </a:lnL>
                    <a:lnR w="12700" cap="flat" cmpd="sng" algn="ctr">
                      <a:solidFill>
                        <a:srgbClr val="B9BBB5"/>
                      </a:solidFill>
                      <a:prstDash val="solid"/>
                      <a:round/>
                      <a:headEnd type="none" w="med" len="med"/>
                      <a:tailEnd type="none" w="med" len="med"/>
                    </a:lnR>
                    <a:lnT w="12700" cap="flat" cmpd="sng" algn="ctr">
                      <a:solidFill>
                        <a:srgbClr val="C2C3BF"/>
                      </a:solidFill>
                      <a:prstDash val="solid"/>
                      <a:round/>
                      <a:headEnd type="none" w="med" len="med"/>
                      <a:tailEnd type="none" w="med" len="med"/>
                    </a:lnT>
                    <a:lnB w="12700" cap="flat" cmpd="sng" algn="ctr">
                      <a:solidFill>
                        <a:srgbClr val="B9BBB5"/>
                      </a:solidFill>
                      <a:prstDash val="solid"/>
                      <a:round/>
                      <a:headEnd type="none" w="med" len="med"/>
                      <a:tailEnd type="none" w="med" len="med"/>
                    </a:lnB>
                    <a:solidFill>
                      <a:srgbClr val="E8EAE3"/>
                    </a:solidFill>
                  </a:tcPr>
                </a:tc>
                <a:tc>
                  <a:txBody>
                    <a:bodyPr/>
                    <a:lstStyle/>
                    <a:p>
                      <a:pPr marL="0" indent="0" algn="ctr">
                        <a:lnSpc>
                          <a:spcPts val="1680"/>
                        </a:lnSpc>
                        <a:buNone/>
                      </a:pPr>
                      <a:r>
                        <a:rPr lang="en-US" sz="1200" dirty="0">
                          <a:solidFill>
                            <a:srgbClr val="121C2E"/>
                          </a:solidFill>
                          <a:latin typeface="IBM Plex Sans" pitchFamily="34" charset="0"/>
                          <a:ea typeface="IBM Plex Sans" pitchFamily="34" charset="-122"/>
                          <a:cs typeface="IBM Plex Sans" pitchFamily="34" charset="-120"/>
                        </a:rPr>
                        <a:t>9 de 13</a:t>
                      </a:r>
                      <a:endParaRPr lang="en-US" sz="1200" dirty="0">
                        <a:latin typeface="IBM Plex Sans" charset="0"/>
                        <a:ea typeface="IBM Plex Sans" charset="0"/>
                        <a:cs typeface="IBM Plex Sans" charset="0"/>
                      </a:endParaRPr>
                    </a:p>
                  </a:txBody>
                  <a:tcPr marL="53340" marR="53340" marT="53340" marB="53340">
                    <a:lnL w="12700" cap="flat" cmpd="sng" algn="ctr">
                      <a:solidFill>
                        <a:srgbClr val="B9BBB5"/>
                      </a:solidFill>
                      <a:prstDash val="solid"/>
                      <a:round/>
                      <a:headEnd type="none" w="med" len="med"/>
                      <a:tailEnd type="none" w="med" len="med"/>
                    </a:lnL>
                    <a:lnR w="12700" cap="flat" cmpd="sng" algn="ctr">
                      <a:solidFill>
                        <a:srgbClr val="B9BBB5"/>
                      </a:solidFill>
                      <a:prstDash val="solid"/>
                      <a:round/>
                      <a:headEnd type="none" w="med" len="med"/>
                      <a:tailEnd type="none" w="med" len="med"/>
                    </a:lnR>
                    <a:lnT w="12700" cap="flat" cmpd="sng" algn="ctr">
                      <a:solidFill>
                        <a:srgbClr val="C2C3BF"/>
                      </a:solidFill>
                      <a:prstDash val="solid"/>
                      <a:round/>
                      <a:headEnd type="none" w="med" len="med"/>
                      <a:tailEnd type="none" w="med" len="med"/>
                    </a:lnT>
                    <a:lnB w="12700" cap="flat" cmpd="sng" algn="ctr">
                      <a:solidFill>
                        <a:srgbClr val="B9BBB5"/>
                      </a:solidFill>
                      <a:prstDash val="solid"/>
                      <a:round/>
                      <a:headEnd type="none" w="med" len="med"/>
                      <a:tailEnd type="none" w="med" len="med"/>
                    </a:lnB>
                    <a:solidFill>
                      <a:srgbClr val="E8EAE3"/>
                    </a:solidFill>
                  </a:tcPr>
                </a:tc>
                <a:extLst>
                  <a:ext uri="{0D108BD9-81ED-4DB2-BD59-A6C34878D82A}">
                    <a16:rowId xmlns:a16="http://schemas.microsoft.com/office/drawing/2014/main" val="10008"/>
                  </a:ext>
                </a:extLst>
              </a:tr>
            </a:tbl>
          </a:graphicData>
        </a:graphic>
      </p:graphicFrame>
      <p:sp>
        <p:nvSpPr>
          <p:cNvPr id="6" name="Text 2"/>
          <p:cNvSpPr/>
          <p:nvPr/>
        </p:nvSpPr>
        <p:spPr>
          <a:xfrm>
            <a:off x="4076700" y="4931172"/>
            <a:ext cx="7521575"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Fotos simuladas a partir de 13 folhas reais da DIGEP. A foto ao lado é real e foi reconhecida na primeira leitura.</a:t>
            </a:r>
            <a:endParaRPr lang="en-US" sz="1200" dirty="0"/>
          </a:p>
        </p:txBody>
      </p:sp>
      <p:sp>
        <p:nvSpPr>
          <p:cNvPr id="7" name="Text 3"/>
          <p:cNvSpPr/>
          <p:nvPr/>
        </p:nvSpPr>
        <p:spPr>
          <a:xfrm>
            <a:off x="812800" y="6238280"/>
            <a:ext cx="323433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DIGEP · UnDF · Engenharia de Software</a:t>
            </a:r>
            <a:endParaRPr lang="en-US" sz="1200" dirty="0"/>
          </a:p>
        </p:txBody>
      </p:sp>
      <p:sp>
        <p:nvSpPr>
          <p:cNvPr id="8" name="Text 4"/>
          <p:cNvSpPr/>
          <p:nvPr/>
        </p:nvSpPr>
        <p:spPr>
          <a:xfrm>
            <a:off x="11145441" y="6238280"/>
            <a:ext cx="233759"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A5568"/>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72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7AAAF2"/>
                </a:solidFill>
                <a:latin typeface="IBM Plex Sans" pitchFamily="34" charset="0"/>
                <a:ea typeface="IBM Plex Sans" pitchFamily="34" charset="-122"/>
                <a:cs typeface="IBM Plex Sans" pitchFamily="34" charset="-120"/>
              </a:rPr>
              <a:t>ARQUIVAMENTO</a:t>
            </a:r>
            <a:endParaRPr lang="en-US" sz="1200" dirty="0"/>
          </a:p>
        </p:txBody>
      </p:sp>
      <p:sp>
        <p:nvSpPr>
          <p:cNvPr id="3" name="Text 1"/>
          <p:cNvSpPr>
            <a:spLocks noGrp="1"/>
          </p:cNvSpPr>
          <p:nvPr>
            <p:ph type="title"/>
          </p:nvPr>
        </p:nvSpPr>
        <p:spPr>
          <a:xfrm>
            <a:off x="812800" y="112772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F3F4EF"/>
                </a:solidFill>
                <a:latin typeface="Space Grotesk" pitchFamily="34" charset="0"/>
                <a:ea typeface="Space Grotesk" pitchFamily="34" charset="-122"/>
                <a:cs typeface="Space Grotesk" pitchFamily="34" charset="-120"/>
              </a:rPr>
              <a:t>Cada folha no seu lugar, com nome padrão</a:t>
            </a:r>
            <a:endParaRPr lang="en-US" sz="2800" dirty="0"/>
          </a:p>
        </p:txBody>
      </p:sp>
      <p:sp>
        <p:nvSpPr>
          <p:cNvPr id="4" name="Shape 2"/>
          <p:cNvSpPr/>
          <p:nvPr/>
        </p:nvSpPr>
        <p:spPr>
          <a:xfrm>
            <a:off x="815975" y="1776016"/>
            <a:ext cx="5581650" cy="3181350"/>
          </a:xfrm>
          <a:prstGeom prst="roundRect">
            <a:avLst>
              <a:gd name="adj" fmla="val 3094"/>
            </a:avLst>
          </a:prstGeom>
          <a:solidFill>
            <a:srgbClr val="18243A"/>
          </a:solidFill>
          <a:ln w="6350">
            <a:solidFill>
              <a:srgbClr val="2E4266"/>
            </a:solidFill>
            <a:prstDash val="solid"/>
          </a:ln>
        </p:spPr>
        <p:txBody>
          <a:bodyPr/>
          <a:lstStyle/>
          <a:p>
            <a:endParaRPr lang="pt-BR"/>
          </a:p>
        </p:txBody>
      </p:sp>
      <p:sp>
        <p:nvSpPr>
          <p:cNvPr id="5" name="Text 3"/>
          <p:cNvSpPr/>
          <p:nvPr/>
        </p:nvSpPr>
        <p:spPr>
          <a:xfrm>
            <a:off x="1073150" y="2033191"/>
            <a:ext cx="5219319" cy="254000"/>
          </a:xfrm>
          <a:prstGeom prst="rect">
            <a:avLst/>
          </a:prstGeom>
          <a:noFill/>
          <a:ln/>
        </p:spPr>
        <p:txBody>
          <a:bodyPr wrap="none" lIns="0" tIns="0" rIns="0" bIns="0" rtlCol="0" anchor="t">
            <a:normAutofit/>
          </a:bodyPr>
          <a:lstStyle/>
          <a:p>
            <a:pPr marL="0" indent="0" algn="l">
              <a:lnSpc>
                <a:spcPts val="1800"/>
              </a:lnSpc>
              <a:buNone/>
            </a:pPr>
            <a:r>
              <a:rPr lang="en-US" sz="1200" dirty="0">
                <a:solidFill>
                  <a:srgbClr val="7AAAF2"/>
                </a:solidFill>
                <a:latin typeface="JetBrains Mono" pitchFamily="49" charset="0"/>
                <a:ea typeface="JetBrains Mono" pitchFamily="49" charset="-122"/>
                <a:cs typeface="JetBrains Mono" pitchFamily="49" charset="-120"/>
              </a:rPr>
              <a:t>Folhas_Digitalizadas/</a:t>
            </a:r>
            <a:endParaRPr lang="en-US" sz="1200" dirty="0"/>
          </a:p>
        </p:txBody>
      </p:sp>
      <p:sp>
        <p:nvSpPr>
          <p:cNvPr id="6" name="Text 4"/>
          <p:cNvSpPr/>
          <p:nvPr/>
        </p:nvSpPr>
        <p:spPr>
          <a:xfrm>
            <a:off x="1073150" y="2337991"/>
            <a:ext cx="5219319" cy="254000"/>
          </a:xfrm>
          <a:prstGeom prst="rect">
            <a:avLst/>
          </a:prstGeom>
          <a:noFill/>
          <a:ln/>
        </p:spPr>
        <p:txBody>
          <a:bodyPr wrap="none" lIns="0" tIns="0" rIns="0" bIns="0" rtlCol="0" anchor="t">
            <a:normAutofit/>
          </a:bodyPr>
          <a:lstStyle/>
          <a:p>
            <a:pPr marL="0" indent="0" algn="l">
              <a:lnSpc>
                <a:spcPts val="1800"/>
              </a:lnSpc>
              <a:buNone/>
            </a:pPr>
            <a:r>
              <a:rPr lang="en-US" sz="1200" dirty="0">
                <a:solidFill>
                  <a:srgbClr val="F3F4EF"/>
                </a:solidFill>
                <a:latin typeface="JetBrains Mono" pitchFamily="49" charset="0"/>
                <a:ea typeface="JetBrains Mono" pitchFamily="49" charset="-122"/>
                <a:cs typeface="JetBrains Mono" pitchFamily="49" charset="-120"/>
              </a:rPr>
              <a:t>├─ Folhas_2026-09/</a:t>
            </a:r>
            <a:endParaRPr lang="en-US" sz="1200" dirty="0"/>
          </a:p>
        </p:txBody>
      </p:sp>
      <p:sp>
        <p:nvSpPr>
          <p:cNvPr id="7" name="Text 5"/>
          <p:cNvSpPr/>
          <p:nvPr/>
        </p:nvSpPr>
        <p:spPr>
          <a:xfrm>
            <a:off x="1073150" y="2642791"/>
            <a:ext cx="5219319" cy="254000"/>
          </a:xfrm>
          <a:prstGeom prst="rect">
            <a:avLst/>
          </a:prstGeom>
          <a:noFill/>
          <a:ln/>
        </p:spPr>
        <p:txBody>
          <a:bodyPr wrap="none" lIns="0" tIns="0" rIns="0" bIns="0" rtlCol="0" anchor="t">
            <a:normAutofit/>
          </a:bodyPr>
          <a:lstStyle/>
          <a:p>
            <a:pPr marL="0" indent="0" algn="l">
              <a:lnSpc>
                <a:spcPts val="1800"/>
              </a:lnSpc>
              <a:buNone/>
            </a:pPr>
            <a:r>
              <a:rPr lang="en-US" sz="1200" dirty="0">
                <a:solidFill>
                  <a:srgbClr val="B6C2D4"/>
                </a:solidFill>
                <a:latin typeface="JetBrains Mono" pitchFamily="49" charset="0"/>
                <a:ea typeface="JetBrains Mono" pitchFamily="49" charset="-122"/>
                <a:cs typeface="JetBrains Mono" pitchFamily="49" charset="-120"/>
              </a:rPr>
              <a:t>│  └─ Joao_Pedro_Portella-2026-09.pdf</a:t>
            </a:r>
            <a:endParaRPr lang="en-US" sz="1200" dirty="0"/>
          </a:p>
        </p:txBody>
      </p:sp>
      <p:sp>
        <p:nvSpPr>
          <p:cNvPr id="8" name="Text 6"/>
          <p:cNvSpPr/>
          <p:nvPr/>
        </p:nvSpPr>
        <p:spPr>
          <a:xfrm>
            <a:off x="1073150" y="2947591"/>
            <a:ext cx="5219319" cy="254000"/>
          </a:xfrm>
          <a:prstGeom prst="rect">
            <a:avLst/>
          </a:prstGeom>
          <a:noFill/>
          <a:ln/>
        </p:spPr>
        <p:txBody>
          <a:bodyPr wrap="none" lIns="0" tIns="0" rIns="0" bIns="0" rtlCol="0" anchor="t">
            <a:normAutofit/>
          </a:bodyPr>
          <a:lstStyle/>
          <a:p>
            <a:pPr marL="0" indent="0" algn="l">
              <a:lnSpc>
                <a:spcPts val="1800"/>
              </a:lnSpc>
              <a:buNone/>
            </a:pPr>
            <a:r>
              <a:rPr lang="en-US" sz="1200" dirty="0">
                <a:solidFill>
                  <a:srgbClr val="F3F4EF"/>
                </a:solidFill>
                <a:latin typeface="JetBrains Mono" pitchFamily="49" charset="0"/>
                <a:ea typeface="JetBrains Mono" pitchFamily="49" charset="-122"/>
                <a:cs typeface="JetBrains Mono" pitchFamily="49" charset="-120"/>
              </a:rPr>
              <a:t>└─ Folhas_2026-10/</a:t>
            </a:r>
            <a:endParaRPr lang="en-US" sz="1200" dirty="0"/>
          </a:p>
        </p:txBody>
      </p:sp>
      <p:sp>
        <p:nvSpPr>
          <p:cNvPr id="9" name="Text 7"/>
          <p:cNvSpPr/>
          <p:nvPr/>
        </p:nvSpPr>
        <p:spPr>
          <a:xfrm>
            <a:off x="1073150" y="3252391"/>
            <a:ext cx="5219319" cy="254000"/>
          </a:xfrm>
          <a:prstGeom prst="rect">
            <a:avLst/>
          </a:prstGeom>
          <a:noFill/>
          <a:ln/>
        </p:spPr>
        <p:txBody>
          <a:bodyPr wrap="none" lIns="0" tIns="0" rIns="0" bIns="0" rtlCol="0" anchor="t">
            <a:normAutofit/>
          </a:bodyPr>
          <a:lstStyle/>
          <a:p>
            <a:pPr marL="0" indent="0" algn="l">
              <a:lnSpc>
                <a:spcPts val="1800"/>
              </a:lnSpc>
              <a:buNone/>
            </a:pPr>
            <a:r>
              <a:rPr lang="en-US" sz="1200" dirty="0">
                <a:solidFill>
                  <a:srgbClr val="B6C2D4"/>
                </a:solidFill>
                <a:latin typeface="JetBrains Mono" pitchFamily="49" charset="0"/>
                <a:ea typeface="JetBrains Mono" pitchFamily="49" charset="-122"/>
                <a:cs typeface="JetBrains Mono" pitchFamily="49" charset="-120"/>
              </a:rPr>
              <a:t>   ├─ Gabriel_Menezes-2026-10.pdf</a:t>
            </a:r>
            <a:endParaRPr lang="en-US" sz="1200" dirty="0"/>
          </a:p>
        </p:txBody>
      </p:sp>
      <p:sp>
        <p:nvSpPr>
          <p:cNvPr id="10" name="Text 8"/>
          <p:cNvSpPr/>
          <p:nvPr/>
        </p:nvSpPr>
        <p:spPr>
          <a:xfrm>
            <a:off x="1073150" y="3557191"/>
            <a:ext cx="5219319" cy="254000"/>
          </a:xfrm>
          <a:prstGeom prst="rect">
            <a:avLst/>
          </a:prstGeom>
          <a:noFill/>
          <a:ln/>
        </p:spPr>
        <p:txBody>
          <a:bodyPr wrap="none" lIns="0" tIns="0" rIns="0" bIns="0" rtlCol="0" anchor="t">
            <a:normAutofit/>
          </a:bodyPr>
          <a:lstStyle/>
          <a:p>
            <a:pPr marL="0" indent="0" algn="l">
              <a:lnSpc>
                <a:spcPts val="1800"/>
              </a:lnSpc>
              <a:buNone/>
            </a:pPr>
            <a:r>
              <a:rPr lang="en-US" sz="1200" dirty="0">
                <a:solidFill>
                  <a:srgbClr val="B6C2D4"/>
                </a:solidFill>
                <a:latin typeface="JetBrains Mono" pitchFamily="49" charset="0"/>
                <a:ea typeface="JetBrains Mono" pitchFamily="49" charset="-122"/>
                <a:cs typeface="JetBrains Mono" pitchFamily="49" charset="-120"/>
              </a:rPr>
              <a:t>   ├─ Joao_Portella-2026-10.pdf</a:t>
            </a:r>
            <a:endParaRPr lang="en-US" sz="1200" dirty="0"/>
          </a:p>
        </p:txBody>
      </p:sp>
      <p:sp>
        <p:nvSpPr>
          <p:cNvPr id="11" name="Text 9"/>
          <p:cNvSpPr/>
          <p:nvPr/>
        </p:nvSpPr>
        <p:spPr>
          <a:xfrm>
            <a:off x="1073150" y="3861991"/>
            <a:ext cx="5219319" cy="254000"/>
          </a:xfrm>
          <a:prstGeom prst="rect">
            <a:avLst/>
          </a:prstGeom>
          <a:noFill/>
          <a:ln/>
        </p:spPr>
        <p:txBody>
          <a:bodyPr wrap="none" lIns="0" tIns="0" rIns="0" bIns="0" rtlCol="0" anchor="t">
            <a:normAutofit/>
          </a:bodyPr>
          <a:lstStyle/>
          <a:p>
            <a:pPr marL="0" indent="0" algn="l">
              <a:lnSpc>
                <a:spcPts val="1800"/>
              </a:lnSpc>
              <a:buNone/>
            </a:pPr>
            <a:r>
              <a:rPr lang="en-US" sz="1200" dirty="0">
                <a:solidFill>
                  <a:srgbClr val="B6C2D4"/>
                </a:solidFill>
                <a:latin typeface="JetBrains Mono" pitchFamily="49" charset="0"/>
                <a:ea typeface="JetBrains Mono" pitchFamily="49" charset="-122"/>
                <a:cs typeface="JetBrains Mono" pitchFamily="49" charset="-120"/>
              </a:rPr>
              <a:t>   ├─ Lucas_Vinicius_Sousa-2026-10.pdf</a:t>
            </a:r>
            <a:endParaRPr lang="en-US" sz="1200" dirty="0"/>
          </a:p>
        </p:txBody>
      </p:sp>
      <p:sp>
        <p:nvSpPr>
          <p:cNvPr id="12" name="Text 10"/>
          <p:cNvSpPr/>
          <p:nvPr/>
        </p:nvSpPr>
        <p:spPr>
          <a:xfrm>
            <a:off x="1073150" y="4166791"/>
            <a:ext cx="5219319" cy="254000"/>
          </a:xfrm>
          <a:prstGeom prst="rect">
            <a:avLst/>
          </a:prstGeom>
          <a:noFill/>
          <a:ln/>
        </p:spPr>
        <p:txBody>
          <a:bodyPr wrap="none" lIns="0" tIns="0" rIns="0" bIns="0" rtlCol="0" anchor="t">
            <a:normAutofit/>
          </a:bodyPr>
          <a:lstStyle/>
          <a:p>
            <a:pPr marL="0" indent="0" algn="l">
              <a:lnSpc>
                <a:spcPts val="1800"/>
              </a:lnSpc>
              <a:buNone/>
            </a:pPr>
            <a:r>
              <a:rPr lang="en-US" sz="1200" dirty="0">
                <a:solidFill>
                  <a:srgbClr val="B6C2D4"/>
                </a:solidFill>
                <a:latin typeface="JetBrains Mono" pitchFamily="49" charset="0"/>
                <a:ea typeface="JetBrains Mono" pitchFamily="49" charset="-122"/>
                <a:cs typeface="JetBrains Mono" pitchFamily="49" charset="-120"/>
              </a:rPr>
              <a:t>   ├─ Ricardo_Assis-2026-10.pdf</a:t>
            </a:r>
            <a:endParaRPr lang="en-US" sz="1200" dirty="0"/>
          </a:p>
        </p:txBody>
      </p:sp>
      <p:sp>
        <p:nvSpPr>
          <p:cNvPr id="13" name="Text 11"/>
          <p:cNvSpPr/>
          <p:nvPr/>
        </p:nvSpPr>
        <p:spPr>
          <a:xfrm>
            <a:off x="1073150" y="4471591"/>
            <a:ext cx="5219319" cy="254000"/>
          </a:xfrm>
          <a:prstGeom prst="rect">
            <a:avLst/>
          </a:prstGeom>
          <a:noFill/>
          <a:ln/>
        </p:spPr>
        <p:txBody>
          <a:bodyPr wrap="none" lIns="0" tIns="0" rIns="0" bIns="0" rtlCol="0" anchor="t">
            <a:normAutofit/>
          </a:bodyPr>
          <a:lstStyle/>
          <a:p>
            <a:pPr marL="0" indent="0" algn="l">
              <a:lnSpc>
                <a:spcPts val="1800"/>
              </a:lnSpc>
              <a:buNone/>
            </a:pPr>
            <a:r>
              <a:rPr lang="en-US" sz="1200" dirty="0">
                <a:solidFill>
                  <a:srgbClr val="E9A23B"/>
                </a:solidFill>
                <a:latin typeface="JetBrains Mono" pitchFamily="49" charset="0"/>
                <a:ea typeface="JetBrains Mono" pitchFamily="49" charset="-122"/>
                <a:cs typeface="JetBrains Mono" pitchFamily="49" charset="-120"/>
              </a:rPr>
              <a:t>   └─ Ricardo_Assis-2026-10_OLD_20261027-222429.pdf</a:t>
            </a:r>
            <a:endParaRPr lang="en-US" sz="1200" dirty="0"/>
          </a:p>
        </p:txBody>
      </p:sp>
      <p:sp>
        <p:nvSpPr>
          <p:cNvPr id="14" name="Text 12"/>
          <p:cNvSpPr/>
          <p:nvPr/>
        </p:nvSpPr>
        <p:spPr>
          <a:xfrm>
            <a:off x="6807200" y="1772841"/>
            <a:ext cx="470916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3F4EF"/>
                </a:solidFill>
                <a:latin typeface="IBM Plex Sans" pitchFamily="34" charset="0"/>
                <a:ea typeface="IBM Plex Sans" pitchFamily="34" charset="-122"/>
                <a:cs typeface="IBM Plex Sans" pitchFamily="34" charset="-120"/>
              </a:rPr>
              <a:t>Uma pasta por mês</a:t>
            </a:r>
            <a:endParaRPr lang="en-US" sz="1600" dirty="0"/>
          </a:p>
        </p:txBody>
      </p:sp>
      <p:sp>
        <p:nvSpPr>
          <p:cNvPr id="15" name="Text 13"/>
          <p:cNvSpPr/>
          <p:nvPr/>
        </p:nvSpPr>
        <p:spPr>
          <a:xfrm>
            <a:off x="6807200" y="2108101"/>
            <a:ext cx="47091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6C2D4"/>
                </a:solidFill>
                <a:latin typeface="IBM Plex Sans" pitchFamily="34" charset="0"/>
                <a:ea typeface="IBM Plex Sans" pitchFamily="34" charset="-122"/>
                <a:cs typeface="IBM Plex Sans" pitchFamily="34" charset="-120"/>
              </a:rPr>
              <a:t>Folhas_AAAA-MM, criada automaticamente.</a:t>
            </a:r>
            <a:endParaRPr lang="en-US" sz="1200" dirty="0"/>
          </a:p>
        </p:txBody>
      </p:sp>
      <p:sp>
        <p:nvSpPr>
          <p:cNvPr id="16" name="Text 14"/>
          <p:cNvSpPr/>
          <p:nvPr/>
        </p:nvSpPr>
        <p:spPr>
          <a:xfrm>
            <a:off x="6807200" y="2499221"/>
            <a:ext cx="470916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3F4EF"/>
                </a:solidFill>
                <a:latin typeface="IBM Plex Sans" pitchFamily="34" charset="0"/>
                <a:ea typeface="IBM Plex Sans" pitchFamily="34" charset="-122"/>
                <a:cs typeface="IBM Plex Sans" pitchFamily="34" charset="-120"/>
              </a:rPr>
              <a:t>Nome limpo</a:t>
            </a:r>
            <a:endParaRPr lang="en-US" sz="1600" dirty="0"/>
          </a:p>
        </p:txBody>
      </p:sp>
      <p:sp>
        <p:nvSpPr>
          <p:cNvPr id="17" name="Text 15"/>
          <p:cNvSpPr/>
          <p:nvPr/>
        </p:nvSpPr>
        <p:spPr>
          <a:xfrm>
            <a:off x="6807200" y="2834481"/>
            <a:ext cx="470916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6C2D4"/>
                </a:solidFill>
                <a:latin typeface="IBM Plex Sans" pitchFamily="34" charset="0"/>
                <a:ea typeface="IBM Plex Sans" pitchFamily="34" charset="-122"/>
                <a:cs typeface="IBM Plex Sans" pitchFamily="34" charset="-120"/>
              </a:rPr>
              <a:t>“JOÃO PEDRO PORTELLA” vira Joao_Pedro_Portella: sem acento nem espaço.</a:t>
            </a:r>
            <a:endParaRPr lang="en-US" sz="1200" dirty="0"/>
          </a:p>
        </p:txBody>
      </p:sp>
      <p:sp>
        <p:nvSpPr>
          <p:cNvPr id="18" name="Text 16"/>
          <p:cNvSpPr/>
          <p:nvPr/>
        </p:nvSpPr>
        <p:spPr>
          <a:xfrm>
            <a:off x="6807200" y="3438922"/>
            <a:ext cx="470916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E9A23B"/>
                </a:solidFill>
                <a:latin typeface="IBM Plex Sans" pitchFamily="34" charset="0"/>
                <a:ea typeface="IBM Plex Sans" pitchFamily="34" charset="-122"/>
                <a:cs typeface="IBM Plex Sans" pitchFamily="34" charset="-120"/>
              </a:rPr>
              <a:t>Substituiu? Tem backup</a:t>
            </a:r>
            <a:endParaRPr lang="en-US" sz="1600" dirty="0"/>
          </a:p>
        </p:txBody>
      </p:sp>
      <p:sp>
        <p:nvSpPr>
          <p:cNvPr id="19" name="Text 17"/>
          <p:cNvSpPr/>
          <p:nvPr/>
        </p:nvSpPr>
        <p:spPr>
          <a:xfrm>
            <a:off x="6807200" y="3774182"/>
            <a:ext cx="470916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6C2D4"/>
                </a:solidFill>
                <a:latin typeface="IBM Plex Sans" pitchFamily="34" charset="0"/>
                <a:ea typeface="IBM Plex Sans" pitchFamily="34" charset="-122"/>
                <a:cs typeface="IBM Plex Sans" pitchFamily="34" charset="-120"/>
              </a:rPr>
              <a:t>A versão anterior vira _OLD_ com data e hora, depois de a pessoa confirmar.</a:t>
            </a:r>
            <a:endParaRPr lang="en-US" sz="1200" dirty="0"/>
          </a:p>
        </p:txBody>
      </p:sp>
      <p:sp>
        <p:nvSpPr>
          <p:cNvPr id="20" name="Text 18"/>
          <p:cNvSpPr/>
          <p:nvPr/>
        </p:nvSpPr>
        <p:spPr>
          <a:xfrm>
            <a:off x="6807200" y="4378623"/>
            <a:ext cx="470916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3F4EF"/>
                </a:solidFill>
                <a:latin typeface="IBM Plex Sans" pitchFamily="34" charset="0"/>
                <a:ea typeface="IBM Plex Sans" pitchFamily="34" charset="-122"/>
                <a:cs typeface="IBM Plex Sans" pitchFamily="34" charset="-120"/>
              </a:rPr>
              <a:t>Mesma folha duas vezes?</a:t>
            </a:r>
            <a:endParaRPr lang="en-US" sz="1600" dirty="0"/>
          </a:p>
        </p:txBody>
      </p:sp>
      <p:sp>
        <p:nvSpPr>
          <p:cNvPr id="21" name="Text 19"/>
          <p:cNvSpPr/>
          <p:nvPr/>
        </p:nvSpPr>
        <p:spPr>
          <a:xfrm>
            <a:off x="6807200" y="4713883"/>
            <a:ext cx="47091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6C2D4"/>
                </a:solidFill>
                <a:latin typeface="IBM Plex Sans" pitchFamily="34" charset="0"/>
                <a:ea typeface="IBM Plex Sans" pitchFamily="34" charset="-122"/>
                <a:cs typeface="IBM Plex Sans" pitchFamily="34" charset="-120"/>
              </a:rPr>
              <a:t>O sistema avisa e não arquiva de novo.</a:t>
            </a:r>
            <a:endParaRPr lang="en-US" sz="1200" dirty="0"/>
          </a:p>
        </p:txBody>
      </p:sp>
      <p:sp>
        <p:nvSpPr>
          <p:cNvPr id="22" name="Text 20"/>
          <p:cNvSpPr/>
          <p:nvPr/>
        </p:nvSpPr>
        <p:spPr>
          <a:xfrm>
            <a:off x="812800" y="6238280"/>
            <a:ext cx="323433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796AD"/>
                </a:solidFill>
                <a:latin typeface="IBM Plex Sans" pitchFamily="34" charset="0"/>
                <a:ea typeface="IBM Plex Sans" pitchFamily="34" charset="-122"/>
                <a:cs typeface="IBM Plex Sans" pitchFamily="34" charset="-120"/>
              </a:rPr>
              <a:t>DIGEP · UnDF · Engenharia de Software</a:t>
            </a:r>
            <a:endParaRPr lang="en-US" sz="1200" dirty="0"/>
          </a:p>
        </p:txBody>
      </p:sp>
      <p:sp>
        <p:nvSpPr>
          <p:cNvPr id="23" name="Text 21"/>
          <p:cNvSpPr/>
          <p:nvPr/>
        </p:nvSpPr>
        <p:spPr>
          <a:xfrm>
            <a:off x="11145441" y="6238280"/>
            <a:ext cx="233759"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796AD"/>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72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7AAAF2"/>
                </a:solidFill>
                <a:latin typeface="IBM Plex Sans" pitchFamily="34" charset="0"/>
                <a:ea typeface="IBM Plex Sans" pitchFamily="34" charset="-122"/>
                <a:cs typeface="IBM Plex Sans" pitchFamily="34" charset="-120"/>
              </a:rPr>
              <a:t>SERVIDORES</a:t>
            </a:r>
            <a:endParaRPr lang="en-US" sz="1200" dirty="0"/>
          </a:p>
        </p:txBody>
      </p:sp>
      <p:sp>
        <p:nvSpPr>
          <p:cNvPr id="3" name="Text 1"/>
          <p:cNvSpPr>
            <a:spLocks noGrp="1"/>
          </p:cNvSpPr>
          <p:nvPr>
            <p:ph type="title"/>
          </p:nvPr>
        </p:nvSpPr>
        <p:spPr>
          <a:xfrm>
            <a:off x="812800" y="112772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F3F4EF"/>
                </a:solidFill>
                <a:latin typeface="Space Grotesk" pitchFamily="34" charset="0"/>
                <a:ea typeface="Space Grotesk" pitchFamily="34" charset="-122"/>
                <a:cs typeface="Space Grotesk" pitchFamily="34" charset="-120"/>
              </a:rPr>
              <a:t>Cadastro por planilha ou à mão</a:t>
            </a:r>
            <a:endParaRPr lang="en-US" sz="2800" dirty="0"/>
          </a:p>
        </p:txBody>
      </p:sp>
      <p:sp>
        <p:nvSpPr>
          <p:cNvPr id="4" name="Text 2"/>
          <p:cNvSpPr/>
          <p:nvPr/>
        </p:nvSpPr>
        <p:spPr>
          <a:xfrm>
            <a:off x="812800" y="1772841"/>
            <a:ext cx="4081272"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3F4EF"/>
                </a:solidFill>
                <a:latin typeface="IBM Plex Sans" pitchFamily="34" charset="0"/>
                <a:ea typeface="IBM Plex Sans" pitchFamily="34" charset="-122"/>
                <a:cs typeface="IBM Plex Sans" pitchFamily="34" charset="-120"/>
              </a:rPr>
              <a:t>Planilha .xls ou .xlsx</a:t>
            </a:r>
            <a:endParaRPr lang="en-US" sz="1600" dirty="0"/>
          </a:p>
        </p:txBody>
      </p:sp>
      <p:sp>
        <p:nvSpPr>
          <p:cNvPr id="5" name="Text 3"/>
          <p:cNvSpPr/>
          <p:nvPr/>
        </p:nvSpPr>
        <p:spPr>
          <a:xfrm>
            <a:off x="812800" y="2108101"/>
            <a:ext cx="408127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6C2D4"/>
                </a:solidFill>
                <a:latin typeface="IBM Plex Sans" pitchFamily="34" charset="0"/>
                <a:ea typeface="IBM Plex Sans" pitchFamily="34" charset="-122"/>
                <a:cs typeface="IBM Plex Sans" pitchFamily="34" charset="-120"/>
              </a:rPr>
              <a:t>As colunas são conferidas antes; arquivo errado é recusado com explicação.</a:t>
            </a:r>
            <a:endParaRPr lang="en-US" sz="1200" dirty="0"/>
          </a:p>
        </p:txBody>
      </p:sp>
      <p:sp>
        <p:nvSpPr>
          <p:cNvPr id="6" name="Text 4"/>
          <p:cNvSpPr/>
          <p:nvPr/>
        </p:nvSpPr>
        <p:spPr>
          <a:xfrm>
            <a:off x="812800" y="2737941"/>
            <a:ext cx="4081272"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3F4EF"/>
                </a:solidFill>
                <a:latin typeface="IBM Plex Sans" pitchFamily="34" charset="0"/>
                <a:ea typeface="IBM Plex Sans" pitchFamily="34" charset="-122"/>
                <a:cs typeface="IBM Plex Sans" pitchFamily="34" charset="-120"/>
              </a:rPr>
              <a:t>Resumo antes de gravar</a:t>
            </a:r>
            <a:endParaRPr lang="en-US" sz="1600" dirty="0"/>
          </a:p>
        </p:txBody>
      </p:sp>
      <p:sp>
        <p:nvSpPr>
          <p:cNvPr id="7" name="Text 5"/>
          <p:cNvSpPr/>
          <p:nvPr/>
        </p:nvSpPr>
        <p:spPr>
          <a:xfrm>
            <a:off x="812800" y="3073202"/>
            <a:ext cx="408127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6C2D4"/>
                </a:solidFill>
                <a:latin typeface="IBM Plex Sans" pitchFamily="34" charset="0"/>
                <a:ea typeface="IBM Plex Sans" pitchFamily="34" charset="-122"/>
                <a:cs typeface="IBM Plex Sans" pitchFamily="34" charset="-120"/>
              </a:rPr>
              <a:t>“137 novos, 0 atualizados”: nada muda até a pessoa confirmar.</a:t>
            </a:r>
            <a:endParaRPr lang="en-US" sz="1200" dirty="0"/>
          </a:p>
        </p:txBody>
      </p:sp>
      <p:sp>
        <p:nvSpPr>
          <p:cNvPr id="8" name="Text 6"/>
          <p:cNvSpPr/>
          <p:nvPr/>
        </p:nvSpPr>
        <p:spPr>
          <a:xfrm>
            <a:off x="812800" y="3703042"/>
            <a:ext cx="4081272"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3F4EF"/>
                </a:solidFill>
                <a:latin typeface="IBM Plex Sans" pitchFamily="34" charset="0"/>
                <a:ea typeface="IBM Plex Sans" pitchFamily="34" charset="-122"/>
                <a:cs typeface="IBM Plex Sans" pitchFamily="34" charset="-120"/>
              </a:rPr>
              <a:t>Busca rápida</a:t>
            </a:r>
            <a:endParaRPr lang="en-US" sz="1600" dirty="0"/>
          </a:p>
        </p:txBody>
      </p:sp>
      <p:sp>
        <p:nvSpPr>
          <p:cNvPr id="9" name="Text 7"/>
          <p:cNvSpPr/>
          <p:nvPr/>
        </p:nvSpPr>
        <p:spPr>
          <a:xfrm>
            <a:off x="812800" y="4038302"/>
            <a:ext cx="408127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6C2D4"/>
                </a:solidFill>
                <a:latin typeface="IBM Plex Sans" pitchFamily="34" charset="0"/>
                <a:ea typeface="IBM Plex Sans" pitchFamily="34" charset="-122"/>
                <a:cs typeface="IBM Plex Sans" pitchFamily="34" charset="-120"/>
              </a:rPr>
              <a:t>Por nome sem acento, CPF com ou sem pontos, ou matrícula.</a:t>
            </a:r>
            <a:endParaRPr lang="en-US" sz="1200" dirty="0"/>
          </a:p>
        </p:txBody>
      </p:sp>
      <p:sp>
        <p:nvSpPr>
          <p:cNvPr id="10" name="Text 8"/>
          <p:cNvSpPr/>
          <p:nvPr/>
        </p:nvSpPr>
        <p:spPr>
          <a:xfrm>
            <a:off x="812800" y="4668143"/>
            <a:ext cx="4081272"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3F4EF"/>
                </a:solidFill>
                <a:latin typeface="IBM Plex Sans" pitchFamily="34" charset="0"/>
                <a:ea typeface="IBM Plex Sans" pitchFamily="34" charset="-122"/>
                <a:cs typeface="IBM Plex Sans" pitchFamily="34" charset="-120"/>
              </a:rPr>
              <a:t>Cadastro manual</a:t>
            </a:r>
            <a:endParaRPr lang="en-US" sz="1600" dirty="0"/>
          </a:p>
        </p:txBody>
      </p:sp>
      <p:sp>
        <p:nvSpPr>
          <p:cNvPr id="11" name="Text 9"/>
          <p:cNvSpPr/>
          <p:nvPr/>
        </p:nvSpPr>
        <p:spPr>
          <a:xfrm>
            <a:off x="812800" y="5003403"/>
            <a:ext cx="408127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6C2D4"/>
                </a:solidFill>
                <a:latin typeface="IBM Plex Sans" pitchFamily="34" charset="0"/>
                <a:ea typeface="IBM Plex Sans" pitchFamily="34" charset="-122"/>
                <a:cs typeface="IBM Plex Sans" pitchFamily="34" charset="-120"/>
              </a:rPr>
              <a:t>Incluir, editar e remover; matrícula duplicada é barrada.</a:t>
            </a:r>
            <a:endParaRPr lang="en-US" sz="1200" dirty="0"/>
          </a:p>
        </p:txBody>
      </p:sp>
      <p:pic>
        <p:nvPicPr>
          <p:cNvPr id="12" name="Image 0" descr="Tela Servidores com a planilha base, a busca por nome, CPF ou matrícula, o botão Novo servidor e a lista de 14 servidores"/>
          <p:cNvPicPr>
            <a:picLocks noChangeAspect="1"/>
          </p:cNvPicPr>
          <p:nvPr/>
        </p:nvPicPr>
        <p:blipFill>
          <a:blip r:embed="rId3"/>
          <a:srcRect l="-62" r="-62"/>
          <a:stretch/>
        </p:blipFill>
        <p:spPr>
          <a:xfrm>
            <a:off x="5187950" y="1779191"/>
            <a:ext cx="6184900" cy="3860800"/>
          </a:xfrm>
          <a:prstGeom prst="roundRect">
            <a:avLst>
              <a:gd name="adj" fmla="val 2467"/>
            </a:avLst>
          </a:prstGeom>
          <a:effectLst>
            <a:outerShdw blurRad="457200" dist="152400" dir="5400000" algn="bl" rotWithShape="0">
              <a:srgbClr val="000000">
                <a:alpha val="50000"/>
              </a:srgbClr>
            </a:outerShdw>
          </a:effectLst>
        </p:spPr>
      </p:pic>
      <p:sp>
        <p:nvSpPr>
          <p:cNvPr id="13" name="Shape 10"/>
          <p:cNvSpPr/>
          <p:nvPr/>
        </p:nvSpPr>
        <p:spPr>
          <a:xfrm>
            <a:off x="5184775" y="1776016"/>
            <a:ext cx="6191250" cy="3867150"/>
          </a:xfrm>
          <a:prstGeom prst="roundRect">
            <a:avLst>
              <a:gd name="adj" fmla="val 2545"/>
            </a:avLst>
          </a:prstGeom>
          <a:noFill/>
          <a:ln w="6350">
            <a:solidFill>
              <a:srgbClr val="2E4266"/>
            </a:solidFill>
            <a:prstDash val="solid"/>
          </a:ln>
        </p:spPr>
        <p:txBody>
          <a:bodyPr/>
          <a:lstStyle/>
          <a:p>
            <a:endParaRPr lang="pt-BR"/>
          </a:p>
        </p:txBody>
      </p:sp>
      <p:sp>
        <p:nvSpPr>
          <p:cNvPr id="14" name="Text 11"/>
          <p:cNvSpPr/>
          <p:nvPr/>
        </p:nvSpPr>
        <p:spPr>
          <a:xfrm>
            <a:off x="812800" y="6238280"/>
            <a:ext cx="323433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796AD"/>
                </a:solidFill>
                <a:latin typeface="IBM Plex Sans" pitchFamily="34" charset="0"/>
                <a:ea typeface="IBM Plex Sans" pitchFamily="34" charset="-122"/>
                <a:cs typeface="IBM Plex Sans" pitchFamily="34" charset="-120"/>
              </a:rPr>
              <a:t>DIGEP · UnDF · Engenharia de Software</a:t>
            </a:r>
            <a:endParaRPr lang="en-US" sz="1200" dirty="0"/>
          </a:p>
        </p:txBody>
      </p:sp>
      <p:sp>
        <p:nvSpPr>
          <p:cNvPr id="15" name="Text 12"/>
          <p:cNvSpPr/>
          <p:nvPr/>
        </p:nvSpPr>
        <p:spPr>
          <a:xfrm>
            <a:off x="11145441" y="6238280"/>
            <a:ext cx="233759"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796AD"/>
                </a:solidFill>
                <a:latin typeface="IBM Plex Sans" pitchFamily="34" charset="0"/>
                <a:ea typeface="IBM Plex Sans" pitchFamily="34" charset="-122"/>
                <a:cs typeface="IBM Plex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172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7AAAF2"/>
                </a:solidFill>
                <a:latin typeface="IBM Plex Sans" pitchFamily="34" charset="0"/>
                <a:ea typeface="IBM Plex Sans" pitchFamily="34" charset="-122"/>
                <a:cs typeface="IBM Plex Sans" pitchFamily="34" charset="-120"/>
              </a:rPr>
              <a:t>E-MAILS E HISTÓRICO</a:t>
            </a:r>
            <a:endParaRPr lang="en-US" sz="1200" dirty="0"/>
          </a:p>
        </p:txBody>
      </p:sp>
      <p:sp>
        <p:nvSpPr>
          <p:cNvPr id="3" name="Text 1"/>
          <p:cNvSpPr>
            <a:spLocks noGrp="1"/>
          </p:cNvSpPr>
          <p:nvPr>
            <p:ph type="title"/>
          </p:nvPr>
        </p:nvSpPr>
        <p:spPr>
          <a:xfrm>
            <a:off x="812800" y="112772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F3F4EF"/>
                </a:solidFill>
                <a:latin typeface="Space Grotesk" pitchFamily="34" charset="0"/>
                <a:ea typeface="Space Grotesk" pitchFamily="34" charset="-122"/>
                <a:cs typeface="Space Grotesk" pitchFamily="34" charset="-120"/>
              </a:rPr>
              <a:t>Cada envio fica registrado</a:t>
            </a:r>
            <a:endParaRPr lang="en-US" sz="2800" dirty="0"/>
          </a:p>
        </p:txBody>
      </p:sp>
      <p:sp>
        <p:nvSpPr>
          <p:cNvPr id="4" name="Text 2"/>
          <p:cNvSpPr/>
          <p:nvPr/>
        </p:nvSpPr>
        <p:spPr>
          <a:xfrm>
            <a:off x="812800" y="1772841"/>
            <a:ext cx="4081272"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3F4EF"/>
                </a:solidFill>
                <a:latin typeface="IBM Plex Sans" pitchFamily="34" charset="0"/>
                <a:ea typeface="IBM Plex Sans" pitchFamily="34" charset="-122"/>
                <a:cs typeface="IBM Plex Sans" pitchFamily="34" charset="-120"/>
              </a:rPr>
              <a:t>SMTP ou Outlook</a:t>
            </a:r>
            <a:endParaRPr lang="en-US" sz="1600" dirty="0"/>
          </a:p>
        </p:txBody>
      </p:sp>
      <p:sp>
        <p:nvSpPr>
          <p:cNvPr id="5" name="Text 3"/>
          <p:cNvSpPr/>
          <p:nvPr/>
        </p:nvSpPr>
        <p:spPr>
          <a:xfrm>
            <a:off x="812800" y="2108101"/>
            <a:ext cx="408127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6C2D4"/>
                </a:solidFill>
                <a:latin typeface="IBM Plex Sans" pitchFamily="34" charset="0"/>
                <a:ea typeface="IBM Plex Sans" pitchFamily="34" charset="-122"/>
                <a:cs typeface="IBM Plex Sans" pitchFamily="34" charset="-120"/>
              </a:rPr>
              <a:t>Com teste de conexão, que avisa quando a senha está errada.</a:t>
            </a:r>
            <a:endParaRPr lang="en-US" sz="1200" dirty="0"/>
          </a:p>
        </p:txBody>
      </p:sp>
      <p:sp>
        <p:nvSpPr>
          <p:cNvPr id="6" name="Text 4"/>
          <p:cNvSpPr/>
          <p:nvPr/>
        </p:nvSpPr>
        <p:spPr>
          <a:xfrm>
            <a:off x="812800" y="2737941"/>
            <a:ext cx="4081272"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3F4EF"/>
                </a:solidFill>
                <a:latin typeface="IBM Plex Sans" pitchFamily="34" charset="0"/>
                <a:ea typeface="IBM Plex Sans" pitchFamily="34" charset="-122"/>
                <a:cs typeface="IBM Plex Sans" pitchFamily="34" charset="-120"/>
              </a:rPr>
              <a:t>Envio por grupos</a:t>
            </a:r>
            <a:endParaRPr lang="en-US" sz="1600" dirty="0"/>
          </a:p>
        </p:txBody>
      </p:sp>
      <p:sp>
        <p:nvSpPr>
          <p:cNvPr id="7" name="Text 5"/>
          <p:cNvSpPr/>
          <p:nvPr/>
        </p:nvSpPr>
        <p:spPr>
          <a:xfrm>
            <a:off x="812800" y="3073202"/>
            <a:ext cx="408127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6C2D4"/>
                </a:solidFill>
                <a:latin typeface="IBM Plex Sans" pitchFamily="34" charset="0"/>
                <a:ea typeface="IBM Plex Sans" pitchFamily="34" charset="-122"/>
                <a:cs typeface="IBM Plex Sans" pitchFamily="34" charset="-120"/>
              </a:rPr>
              <a:t>Um servidor, todos, só os pendentes ou só os que deram erro.</a:t>
            </a:r>
            <a:endParaRPr lang="en-US" sz="1200" dirty="0"/>
          </a:p>
        </p:txBody>
      </p:sp>
      <p:sp>
        <p:nvSpPr>
          <p:cNvPr id="8" name="Text 6"/>
          <p:cNvSpPr/>
          <p:nvPr/>
        </p:nvSpPr>
        <p:spPr>
          <a:xfrm>
            <a:off x="812800" y="3703042"/>
            <a:ext cx="4081272"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3F4EF"/>
                </a:solidFill>
                <a:latin typeface="IBM Plex Sans" pitchFamily="34" charset="0"/>
                <a:ea typeface="IBM Plex Sans" pitchFamily="34" charset="-122"/>
                <a:cs typeface="IBM Plex Sans" pitchFamily="34" charset="-120"/>
              </a:rPr>
              <a:t>Reenvio de erros</a:t>
            </a:r>
            <a:endParaRPr lang="en-US" sz="1600" dirty="0"/>
          </a:p>
        </p:txBody>
      </p:sp>
      <p:sp>
        <p:nvSpPr>
          <p:cNvPr id="9" name="Text 7"/>
          <p:cNvSpPr/>
          <p:nvPr/>
        </p:nvSpPr>
        <p:spPr>
          <a:xfrm>
            <a:off x="812800" y="4038302"/>
            <a:ext cx="408127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6C2D4"/>
                </a:solidFill>
                <a:latin typeface="IBM Plex Sans" pitchFamily="34" charset="0"/>
                <a:ea typeface="IBM Plex Sans" pitchFamily="34" charset="-122"/>
                <a:cs typeface="IBM Plex Sans" pitchFamily="34" charset="-120"/>
              </a:rPr>
              <a:t>Corrigiu o e-mail? Um clique reenvia só o que falhou.</a:t>
            </a:r>
            <a:endParaRPr lang="en-US" sz="1200" dirty="0"/>
          </a:p>
        </p:txBody>
      </p:sp>
      <p:sp>
        <p:nvSpPr>
          <p:cNvPr id="10" name="Text 8"/>
          <p:cNvSpPr/>
          <p:nvPr/>
        </p:nvSpPr>
        <p:spPr>
          <a:xfrm>
            <a:off x="812800" y="4454823"/>
            <a:ext cx="4081272"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3F4EF"/>
                </a:solidFill>
                <a:latin typeface="IBM Plex Sans" pitchFamily="34" charset="0"/>
                <a:ea typeface="IBM Plex Sans" pitchFamily="34" charset="-122"/>
                <a:cs typeface="IBM Plex Sans" pitchFamily="34" charset="-120"/>
              </a:rPr>
              <a:t>Auditoria</a:t>
            </a:r>
            <a:endParaRPr lang="en-US" sz="1600" dirty="0"/>
          </a:p>
        </p:txBody>
      </p:sp>
      <p:sp>
        <p:nvSpPr>
          <p:cNvPr id="11" name="Text 9"/>
          <p:cNvSpPr/>
          <p:nvPr/>
        </p:nvSpPr>
        <p:spPr>
          <a:xfrm>
            <a:off x="812800" y="4790083"/>
            <a:ext cx="408127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6C2D4"/>
                </a:solidFill>
                <a:latin typeface="IBM Plex Sans" pitchFamily="34" charset="0"/>
                <a:ea typeface="IBM Plex Sans" pitchFamily="34" charset="-122"/>
                <a:cs typeface="IBM Plex Sans" pitchFamily="34" charset="-120"/>
              </a:rPr>
              <a:t>Histórico com busca por nome, CPF ou matrícula e um relatório PDF por operação.</a:t>
            </a:r>
            <a:endParaRPr lang="en-US" sz="1200" dirty="0"/>
          </a:p>
        </p:txBody>
      </p:sp>
      <p:pic>
        <p:nvPicPr>
          <p:cNvPr id="12" name="Image 0" descr="Tela Auditoria com duas operações de outubro de 2026, ambas concluídas com 4 de 4 e-mails enviados"/>
          <p:cNvPicPr>
            <a:picLocks noChangeAspect="1"/>
          </p:cNvPicPr>
          <p:nvPr/>
        </p:nvPicPr>
        <p:blipFill>
          <a:blip r:embed="rId3"/>
          <a:srcRect l="-62" r="-62"/>
          <a:stretch/>
        </p:blipFill>
        <p:spPr>
          <a:xfrm>
            <a:off x="5187950" y="1779191"/>
            <a:ext cx="6184900" cy="3860800"/>
          </a:xfrm>
          <a:prstGeom prst="roundRect">
            <a:avLst>
              <a:gd name="adj" fmla="val 2467"/>
            </a:avLst>
          </a:prstGeom>
          <a:effectLst>
            <a:outerShdw blurRad="457200" dist="152400" dir="5400000" algn="bl" rotWithShape="0">
              <a:srgbClr val="000000">
                <a:alpha val="50000"/>
              </a:srgbClr>
            </a:outerShdw>
          </a:effectLst>
        </p:spPr>
      </p:pic>
      <p:sp>
        <p:nvSpPr>
          <p:cNvPr id="13" name="Shape 10"/>
          <p:cNvSpPr/>
          <p:nvPr/>
        </p:nvSpPr>
        <p:spPr>
          <a:xfrm>
            <a:off x="5184775" y="1776016"/>
            <a:ext cx="6191250" cy="3867150"/>
          </a:xfrm>
          <a:prstGeom prst="roundRect">
            <a:avLst>
              <a:gd name="adj" fmla="val 2545"/>
            </a:avLst>
          </a:prstGeom>
          <a:noFill/>
          <a:ln w="6350">
            <a:solidFill>
              <a:srgbClr val="2E4266"/>
            </a:solidFill>
            <a:prstDash val="solid"/>
          </a:ln>
        </p:spPr>
        <p:txBody>
          <a:bodyPr/>
          <a:lstStyle/>
          <a:p>
            <a:endParaRPr lang="pt-BR"/>
          </a:p>
        </p:txBody>
      </p:sp>
      <p:sp>
        <p:nvSpPr>
          <p:cNvPr id="14" name="Text 11"/>
          <p:cNvSpPr/>
          <p:nvPr/>
        </p:nvSpPr>
        <p:spPr>
          <a:xfrm>
            <a:off x="812800" y="6238280"/>
            <a:ext cx="323433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796AD"/>
                </a:solidFill>
                <a:latin typeface="IBM Plex Sans" pitchFamily="34" charset="0"/>
                <a:ea typeface="IBM Plex Sans" pitchFamily="34" charset="-122"/>
                <a:cs typeface="IBM Plex Sans" pitchFamily="34" charset="-120"/>
              </a:rPr>
              <a:t>DIGEP · UnDF · Engenharia de Software</a:t>
            </a:r>
            <a:endParaRPr lang="en-US" sz="1200" dirty="0"/>
          </a:p>
        </p:txBody>
      </p:sp>
      <p:sp>
        <p:nvSpPr>
          <p:cNvPr id="15" name="Text 12"/>
          <p:cNvSpPr/>
          <p:nvPr/>
        </p:nvSpPr>
        <p:spPr>
          <a:xfrm>
            <a:off x="11145441" y="6238280"/>
            <a:ext cx="233759"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796AD"/>
                </a:solidFill>
                <a:latin typeface="IBM Plex Sans" pitchFamily="34" charset="0"/>
                <a:ea typeface="IBM Plex Sans" pitchFamily="34" charset="-122"/>
                <a:cs typeface="IBM Plex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4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2C66C2"/>
                </a:solidFill>
                <a:latin typeface="IBM Plex Sans" pitchFamily="34" charset="0"/>
                <a:ea typeface="IBM Plex Sans" pitchFamily="34" charset="-122"/>
                <a:cs typeface="IBM Plex Sans" pitchFamily="34" charset="-120"/>
              </a:rPr>
              <a:t>ARQUITETURA</a:t>
            </a:r>
            <a:endParaRPr lang="en-US" sz="1200" dirty="0"/>
          </a:p>
        </p:txBody>
      </p:sp>
      <p:sp>
        <p:nvSpPr>
          <p:cNvPr id="3" name="Text 1"/>
          <p:cNvSpPr>
            <a:spLocks noGrp="1"/>
          </p:cNvSpPr>
          <p:nvPr>
            <p:ph type="title"/>
          </p:nvPr>
        </p:nvSpPr>
        <p:spPr>
          <a:xfrm>
            <a:off x="812800" y="112772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121C2E"/>
                </a:solidFill>
                <a:latin typeface="Space Grotesk" pitchFamily="34" charset="0"/>
                <a:ea typeface="Space Grotesk" pitchFamily="34" charset="-122"/>
                <a:cs typeface="Space Grotesk" pitchFamily="34" charset="-120"/>
              </a:rPr>
              <a:t>Arquitetura limpa: regras no centro</a:t>
            </a:r>
            <a:endParaRPr lang="en-US" sz="2800" dirty="0"/>
          </a:p>
        </p:txBody>
      </p:sp>
      <p:sp>
        <p:nvSpPr>
          <p:cNvPr id="4" name="Shape 2"/>
          <p:cNvSpPr/>
          <p:nvPr/>
        </p:nvSpPr>
        <p:spPr>
          <a:xfrm>
            <a:off x="815975" y="1776016"/>
            <a:ext cx="5581650" cy="819051"/>
          </a:xfrm>
          <a:prstGeom prst="roundRect">
            <a:avLst>
              <a:gd name="adj" fmla="val 12017"/>
            </a:avLst>
          </a:prstGeom>
          <a:solidFill>
            <a:srgbClr val="FBFBF8"/>
          </a:solidFill>
          <a:ln w="6350">
            <a:solidFill>
              <a:srgbClr val="DCDFD8"/>
            </a:solidFill>
            <a:prstDash val="solid"/>
          </a:ln>
        </p:spPr>
        <p:txBody>
          <a:bodyPr/>
          <a:lstStyle/>
          <a:p>
            <a:endParaRPr lang="pt-BR"/>
          </a:p>
        </p:txBody>
      </p:sp>
      <p:sp>
        <p:nvSpPr>
          <p:cNvPr id="5" name="Text 3"/>
          <p:cNvSpPr/>
          <p:nvPr/>
        </p:nvSpPr>
        <p:spPr>
          <a:xfrm>
            <a:off x="1022350" y="1931591"/>
            <a:ext cx="5323967"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21C2E"/>
                </a:solidFill>
                <a:latin typeface="Space Grotesk" pitchFamily="34" charset="0"/>
                <a:ea typeface="Space Grotesk" pitchFamily="34" charset="-122"/>
                <a:cs typeface="Space Grotesk" pitchFamily="34" charset="-120"/>
              </a:rPr>
              <a:t>Interface</a:t>
            </a:r>
            <a:endParaRPr lang="en-US" sz="1600" dirty="0"/>
          </a:p>
        </p:txBody>
      </p:sp>
      <p:sp>
        <p:nvSpPr>
          <p:cNvPr id="6" name="Text 4"/>
          <p:cNvSpPr/>
          <p:nvPr/>
        </p:nvSpPr>
        <p:spPr>
          <a:xfrm>
            <a:off x="1022350" y="2226171"/>
            <a:ext cx="532396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Telas e fluxos guiados em CustomTkinter.</a:t>
            </a:r>
            <a:endParaRPr lang="en-US" sz="1200" dirty="0"/>
          </a:p>
        </p:txBody>
      </p:sp>
      <p:pic>
        <p:nvPicPr>
          <p:cNvPr id="7" name="Image 0" descr="arrow-down"/>
          <p:cNvPicPr>
            <a:picLocks noChangeAspect="1"/>
          </p:cNvPicPr>
          <p:nvPr/>
        </p:nvPicPr>
        <p:blipFill>
          <a:blip r:embed="rId3"/>
          <a:srcRect/>
          <a:stretch/>
        </p:blipFill>
        <p:spPr>
          <a:xfrm>
            <a:off x="3530600" y="2674441"/>
            <a:ext cx="152400" cy="254000"/>
          </a:xfrm>
          <a:prstGeom prst="rect">
            <a:avLst/>
          </a:prstGeom>
        </p:spPr>
      </p:pic>
      <p:sp>
        <p:nvSpPr>
          <p:cNvPr id="8" name="Shape 5"/>
          <p:cNvSpPr/>
          <p:nvPr/>
        </p:nvSpPr>
        <p:spPr>
          <a:xfrm>
            <a:off x="819150" y="3010991"/>
            <a:ext cx="5575300" cy="825401"/>
          </a:xfrm>
          <a:prstGeom prst="roundRect">
            <a:avLst>
              <a:gd name="adj" fmla="val 11540"/>
            </a:avLst>
          </a:prstGeom>
          <a:solidFill>
            <a:srgbClr val="FBFBF8"/>
          </a:solidFill>
          <a:ln w="12700">
            <a:solidFill>
              <a:srgbClr val="2C66C2"/>
            </a:solidFill>
            <a:prstDash val="solid"/>
          </a:ln>
        </p:spPr>
        <p:txBody>
          <a:bodyPr/>
          <a:lstStyle/>
          <a:p>
            <a:endParaRPr lang="pt-BR"/>
          </a:p>
        </p:txBody>
      </p:sp>
      <p:sp>
        <p:nvSpPr>
          <p:cNvPr id="9" name="Text 6"/>
          <p:cNvSpPr/>
          <p:nvPr/>
        </p:nvSpPr>
        <p:spPr>
          <a:xfrm>
            <a:off x="1028700" y="3169741"/>
            <a:ext cx="5310886"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21C2E"/>
                </a:solidFill>
                <a:latin typeface="Space Grotesk" pitchFamily="34" charset="0"/>
                <a:ea typeface="Space Grotesk" pitchFamily="34" charset="-122"/>
                <a:cs typeface="Space Grotesk" pitchFamily="34" charset="-120"/>
              </a:rPr>
              <a:t>Aplicação</a:t>
            </a:r>
            <a:endParaRPr lang="en-US" sz="1600" dirty="0"/>
          </a:p>
        </p:txBody>
      </p:sp>
      <p:sp>
        <p:nvSpPr>
          <p:cNvPr id="10" name="Text 7"/>
          <p:cNvSpPr/>
          <p:nvPr/>
        </p:nvSpPr>
        <p:spPr>
          <a:xfrm>
            <a:off x="1028700" y="3464322"/>
            <a:ext cx="531088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Casos de uso e portas: o que o sistema faz, sem saber como.</a:t>
            </a:r>
            <a:endParaRPr lang="en-US" sz="1200" dirty="0"/>
          </a:p>
        </p:txBody>
      </p:sp>
      <p:pic>
        <p:nvPicPr>
          <p:cNvPr id="11" name="Image 1" descr="arrow-down"/>
          <p:cNvPicPr>
            <a:picLocks noChangeAspect="1"/>
          </p:cNvPicPr>
          <p:nvPr/>
        </p:nvPicPr>
        <p:blipFill>
          <a:blip r:embed="rId3"/>
          <a:srcRect/>
          <a:stretch/>
        </p:blipFill>
        <p:spPr>
          <a:xfrm>
            <a:off x="3530600" y="3918942"/>
            <a:ext cx="152400" cy="254000"/>
          </a:xfrm>
          <a:prstGeom prst="rect">
            <a:avLst/>
          </a:prstGeom>
        </p:spPr>
      </p:pic>
      <p:sp>
        <p:nvSpPr>
          <p:cNvPr id="12" name="Shape 8"/>
          <p:cNvSpPr/>
          <p:nvPr/>
        </p:nvSpPr>
        <p:spPr>
          <a:xfrm>
            <a:off x="812800" y="4249142"/>
            <a:ext cx="5588000" cy="812701"/>
          </a:xfrm>
          <a:prstGeom prst="roundRect">
            <a:avLst>
              <a:gd name="adj" fmla="val 12502"/>
            </a:avLst>
          </a:prstGeom>
          <a:solidFill>
            <a:srgbClr val="121C2E"/>
          </a:solidFill>
          <a:ln/>
        </p:spPr>
        <p:txBody>
          <a:bodyPr/>
          <a:lstStyle/>
          <a:p>
            <a:endParaRPr lang="pt-BR"/>
          </a:p>
        </p:txBody>
      </p:sp>
      <p:sp>
        <p:nvSpPr>
          <p:cNvPr id="13" name="Text 9"/>
          <p:cNvSpPr/>
          <p:nvPr/>
        </p:nvSpPr>
        <p:spPr>
          <a:xfrm>
            <a:off x="1016000" y="4401542"/>
            <a:ext cx="5337048"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3F4EF"/>
                </a:solidFill>
                <a:latin typeface="Space Grotesk" pitchFamily="34" charset="0"/>
                <a:ea typeface="Space Grotesk" pitchFamily="34" charset="-122"/>
                <a:cs typeface="Space Grotesk" pitchFamily="34" charset="-120"/>
              </a:rPr>
              <a:t>Domínio</a:t>
            </a:r>
            <a:endParaRPr lang="en-US" sz="1600" dirty="0"/>
          </a:p>
        </p:txBody>
      </p:sp>
      <p:sp>
        <p:nvSpPr>
          <p:cNvPr id="14" name="Text 10"/>
          <p:cNvSpPr/>
          <p:nvPr/>
        </p:nvSpPr>
        <p:spPr>
          <a:xfrm>
            <a:off x="1016000" y="4696123"/>
            <a:ext cx="533704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6C2D4"/>
                </a:solidFill>
                <a:latin typeface="IBM Plex Sans" pitchFamily="34" charset="0"/>
                <a:ea typeface="IBM Plex Sans" pitchFamily="34" charset="-122"/>
                <a:cs typeface="IBM Plex Sans" pitchFamily="34" charset="-120"/>
              </a:rPr>
              <a:t>Regras puras: identificar servidor e mês, nomes de arquivo.</a:t>
            </a:r>
            <a:endParaRPr lang="en-US" sz="1200" dirty="0"/>
          </a:p>
        </p:txBody>
      </p:sp>
      <p:pic>
        <p:nvPicPr>
          <p:cNvPr id="15" name="Image 2" descr="arrow-left"/>
          <p:cNvPicPr>
            <a:picLocks noChangeAspect="1"/>
          </p:cNvPicPr>
          <p:nvPr/>
        </p:nvPicPr>
        <p:blipFill>
          <a:blip r:embed="rId4"/>
          <a:srcRect/>
          <a:stretch/>
        </p:blipFill>
        <p:spPr>
          <a:xfrm>
            <a:off x="6604000" y="3302992"/>
            <a:ext cx="457200" cy="228600"/>
          </a:xfrm>
          <a:prstGeom prst="rect">
            <a:avLst/>
          </a:prstGeom>
        </p:spPr>
      </p:pic>
      <p:sp>
        <p:nvSpPr>
          <p:cNvPr id="16" name="Shape 11"/>
          <p:cNvSpPr/>
          <p:nvPr/>
        </p:nvSpPr>
        <p:spPr>
          <a:xfrm>
            <a:off x="7264400" y="2147491"/>
            <a:ext cx="4114800" cy="2539702"/>
          </a:xfrm>
          <a:prstGeom prst="roundRect">
            <a:avLst>
              <a:gd name="adj" fmla="val 4000"/>
            </a:avLst>
          </a:prstGeom>
          <a:solidFill>
            <a:srgbClr val="E3ECFA"/>
          </a:solidFill>
          <a:ln/>
        </p:spPr>
        <p:txBody>
          <a:bodyPr/>
          <a:lstStyle/>
          <a:p>
            <a:endParaRPr lang="pt-BR"/>
          </a:p>
        </p:txBody>
      </p:sp>
      <p:sp>
        <p:nvSpPr>
          <p:cNvPr id="17" name="Text 12"/>
          <p:cNvSpPr/>
          <p:nvPr/>
        </p:nvSpPr>
        <p:spPr>
          <a:xfrm>
            <a:off x="7467600" y="2350691"/>
            <a:ext cx="3819652"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21C2E"/>
                </a:solidFill>
                <a:latin typeface="Space Grotesk" pitchFamily="34" charset="0"/>
                <a:ea typeface="Space Grotesk" pitchFamily="34" charset="-122"/>
                <a:cs typeface="Space Grotesk" pitchFamily="34" charset="-120"/>
              </a:rPr>
              <a:t>Infraestrutura</a:t>
            </a:r>
            <a:endParaRPr lang="en-US" sz="1600" dirty="0"/>
          </a:p>
        </p:txBody>
      </p:sp>
      <p:sp>
        <p:nvSpPr>
          <p:cNvPr id="18" name="Text 13"/>
          <p:cNvSpPr/>
          <p:nvPr/>
        </p:nvSpPr>
        <p:spPr>
          <a:xfrm>
            <a:off x="7467600" y="2696071"/>
            <a:ext cx="381965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C66C2"/>
                </a:solidFill>
                <a:latin typeface="IBM Plex Sans" pitchFamily="34" charset="0"/>
                <a:ea typeface="IBM Plex Sans" pitchFamily="34" charset="-122"/>
                <a:cs typeface="IBM Plex Sans" pitchFamily="34" charset="-120"/>
              </a:rPr>
              <a:t>implementa as portas</a:t>
            </a:r>
            <a:endParaRPr lang="en-US" sz="1200" dirty="0"/>
          </a:p>
        </p:txBody>
      </p:sp>
      <p:sp>
        <p:nvSpPr>
          <p:cNvPr id="19" name="Text 14"/>
          <p:cNvSpPr/>
          <p:nvPr/>
        </p:nvSpPr>
        <p:spPr>
          <a:xfrm>
            <a:off x="7467600" y="3010991"/>
            <a:ext cx="381965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21C2E"/>
                </a:solidFill>
                <a:latin typeface="IBM Plex Sans" pitchFamily="34" charset="0"/>
                <a:ea typeface="IBM Plex Sans" pitchFamily="34" charset="-122"/>
                <a:cs typeface="IBM Plex Sans" pitchFamily="34" charset="-120"/>
              </a:rPr>
              <a:t>SQLite</a:t>
            </a:r>
            <a:endParaRPr lang="en-US" sz="1200" dirty="0"/>
          </a:p>
        </p:txBody>
      </p:sp>
      <p:sp>
        <p:nvSpPr>
          <p:cNvPr id="20" name="Text 15"/>
          <p:cNvSpPr/>
          <p:nvPr/>
        </p:nvSpPr>
        <p:spPr>
          <a:xfrm>
            <a:off x="7467600" y="3325912"/>
            <a:ext cx="381965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21C2E"/>
                </a:solidFill>
                <a:latin typeface="IBM Plex Sans" pitchFamily="34" charset="0"/>
                <a:ea typeface="IBM Plex Sans" pitchFamily="34" charset="-122"/>
                <a:cs typeface="IBM Plex Sans" pitchFamily="34" charset="-120"/>
              </a:rPr>
              <a:t>Tesseract OCR e PyMuPDF</a:t>
            </a:r>
            <a:endParaRPr lang="en-US" sz="1200" dirty="0"/>
          </a:p>
        </p:txBody>
      </p:sp>
      <p:sp>
        <p:nvSpPr>
          <p:cNvPr id="21" name="Text 16"/>
          <p:cNvSpPr/>
          <p:nvPr/>
        </p:nvSpPr>
        <p:spPr>
          <a:xfrm>
            <a:off x="7467600" y="3640832"/>
            <a:ext cx="381965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21C2E"/>
                </a:solidFill>
                <a:latin typeface="IBM Plex Sans" pitchFamily="34" charset="0"/>
                <a:ea typeface="IBM Plex Sans" pitchFamily="34" charset="-122"/>
                <a:cs typeface="IBM Plex Sans" pitchFamily="34" charset="-120"/>
              </a:rPr>
              <a:t>Word: modelo em .docx para PDF</a:t>
            </a:r>
            <a:endParaRPr lang="en-US" sz="1200" dirty="0"/>
          </a:p>
        </p:txBody>
      </p:sp>
      <p:sp>
        <p:nvSpPr>
          <p:cNvPr id="22" name="Text 17"/>
          <p:cNvSpPr/>
          <p:nvPr/>
        </p:nvSpPr>
        <p:spPr>
          <a:xfrm>
            <a:off x="7467600" y="3955752"/>
            <a:ext cx="381965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21C2E"/>
                </a:solidFill>
                <a:latin typeface="IBM Plex Sans" pitchFamily="34" charset="0"/>
                <a:ea typeface="IBM Plex Sans" pitchFamily="34" charset="-122"/>
                <a:cs typeface="IBM Plex Sans" pitchFamily="34" charset="-120"/>
              </a:rPr>
              <a:t>openpyxl e xlrd</a:t>
            </a:r>
            <a:endParaRPr lang="en-US" sz="1200" dirty="0"/>
          </a:p>
        </p:txBody>
      </p:sp>
      <p:sp>
        <p:nvSpPr>
          <p:cNvPr id="23" name="Text 18"/>
          <p:cNvSpPr/>
          <p:nvPr/>
        </p:nvSpPr>
        <p:spPr>
          <a:xfrm>
            <a:off x="7467600" y="4270673"/>
            <a:ext cx="381965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21C2E"/>
                </a:solidFill>
                <a:latin typeface="IBM Plex Sans" pitchFamily="34" charset="0"/>
                <a:ea typeface="IBM Plex Sans" pitchFamily="34" charset="-122"/>
                <a:cs typeface="IBM Plex Sans" pitchFamily="34" charset="-120"/>
              </a:rPr>
              <a:t>SMTP e Outlook</a:t>
            </a:r>
            <a:endParaRPr lang="en-US" sz="1200" dirty="0"/>
          </a:p>
        </p:txBody>
      </p:sp>
      <p:sp>
        <p:nvSpPr>
          <p:cNvPr id="24" name="Text 19"/>
          <p:cNvSpPr/>
          <p:nvPr/>
        </p:nvSpPr>
        <p:spPr>
          <a:xfrm>
            <a:off x="812800" y="5315843"/>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Python 3.13 · um único .exe com PyInstaller · nos testes, e-mail e leitor viram versões falsas.</a:t>
            </a:r>
            <a:endParaRPr lang="en-US" sz="1200" dirty="0"/>
          </a:p>
        </p:txBody>
      </p:sp>
      <p:sp>
        <p:nvSpPr>
          <p:cNvPr id="25" name="Text 20"/>
          <p:cNvSpPr/>
          <p:nvPr/>
        </p:nvSpPr>
        <p:spPr>
          <a:xfrm>
            <a:off x="812800" y="6238280"/>
            <a:ext cx="323433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DIGEP · UnDF · Engenharia de Software</a:t>
            </a:r>
            <a:endParaRPr lang="en-US" sz="1200" dirty="0"/>
          </a:p>
        </p:txBody>
      </p:sp>
      <p:sp>
        <p:nvSpPr>
          <p:cNvPr id="26" name="Text 21"/>
          <p:cNvSpPr/>
          <p:nvPr/>
        </p:nvSpPr>
        <p:spPr>
          <a:xfrm>
            <a:off x="11145441" y="6238280"/>
            <a:ext cx="233759"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A5568"/>
                </a:solidFill>
                <a:latin typeface="IBM Plex Sans" pitchFamily="34" charset="0"/>
                <a:ea typeface="IBM Plex Sans" pitchFamily="34" charset="-122"/>
                <a:cs typeface="IBM Plex Sans"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172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7AAAF2"/>
                </a:solidFill>
                <a:latin typeface="IBM Plex Sans" pitchFamily="34" charset="0"/>
                <a:ea typeface="IBM Plex Sans" pitchFamily="34" charset="-122"/>
                <a:cs typeface="IBM Plex Sans" pitchFamily="34" charset="-120"/>
              </a:rPr>
              <a:t>USO PORTÁTIL</a:t>
            </a:r>
            <a:endParaRPr lang="en-US" sz="1200" dirty="0"/>
          </a:p>
        </p:txBody>
      </p:sp>
      <p:sp>
        <p:nvSpPr>
          <p:cNvPr id="3" name="Text 1"/>
          <p:cNvSpPr>
            <a:spLocks noGrp="1"/>
          </p:cNvSpPr>
          <p:nvPr>
            <p:ph type="title"/>
          </p:nvPr>
        </p:nvSpPr>
        <p:spPr>
          <a:xfrm>
            <a:off x="812800" y="1127720"/>
            <a:ext cx="10883392" cy="416520"/>
          </a:xfrm>
          <a:prstGeom prst="rect">
            <a:avLst/>
          </a:prstGeom>
          <a:noFill/>
          <a:ln/>
        </p:spPr>
        <p:txBody>
          <a:bodyPr wrap="square" lIns="0" tIns="0" rIns="0" bIns="0" rtlCol="0" anchor="t">
            <a:normAutofit/>
          </a:bodyPr>
          <a:lstStyle/>
          <a:p>
            <a:pPr marL="0" indent="0" algn="l">
              <a:lnSpc>
                <a:spcPts val="3080"/>
              </a:lnSpc>
              <a:buNone/>
            </a:pPr>
            <a:r>
              <a:rPr lang="en-US" sz="2800" b="1" i="0" dirty="0">
                <a:solidFill>
                  <a:srgbClr val="F3F4EF"/>
                </a:solidFill>
                <a:latin typeface="Space Grotesk" pitchFamily="34" charset="0"/>
                <a:ea typeface="Space Grotesk" pitchFamily="34" charset="-122"/>
                <a:cs typeface="Space Grotesk" pitchFamily="34" charset="-120"/>
              </a:rPr>
              <a:t>Uma pasta de rede, sem login, com aviso de uso</a:t>
            </a:r>
            <a:endParaRPr lang="en-US" sz="2800" dirty="0"/>
          </a:p>
        </p:txBody>
      </p:sp>
      <p:sp>
        <p:nvSpPr>
          <p:cNvPr id="4" name="Text 2"/>
          <p:cNvSpPr/>
          <p:nvPr/>
        </p:nvSpPr>
        <p:spPr>
          <a:xfrm>
            <a:off x="812800" y="1772841"/>
            <a:ext cx="4081272"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3F4EF"/>
                </a:solidFill>
                <a:latin typeface="IBM Plex Sans" pitchFamily="34" charset="0"/>
                <a:ea typeface="IBM Plex Sans" pitchFamily="34" charset="-122"/>
                <a:cs typeface="IBM Plex Sans" pitchFamily="34" charset="-120"/>
              </a:rPr>
              <a:t>Um único .exe</a:t>
            </a:r>
            <a:endParaRPr lang="en-US" sz="1600" dirty="0"/>
          </a:p>
        </p:txBody>
      </p:sp>
      <p:sp>
        <p:nvSpPr>
          <p:cNvPr id="5" name="Text 3"/>
          <p:cNvSpPr/>
          <p:nvPr/>
        </p:nvSpPr>
        <p:spPr>
          <a:xfrm>
            <a:off x="812800" y="2108101"/>
            <a:ext cx="4368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6C2D4"/>
                </a:solidFill>
                <a:latin typeface="IBM Plex Sans" pitchFamily="34" charset="0"/>
                <a:ea typeface="IBM Plex Sans" pitchFamily="34" charset="-122"/>
                <a:cs typeface="IBM Plex Sans" pitchFamily="34" charset="-120"/>
              </a:rPr>
              <a:t>Na pasta de rede; o banco e as folhas ficam ao lado dele.</a:t>
            </a:r>
            <a:endParaRPr lang="en-US" sz="1200" dirty="0"/>
          </a:p>
        </p:txBody>
      </p:sp>
      <p:sp>
        <p:nvSpPr>
          <p:cNvPr id="6" name="Text 4"/>
          <p:cNvSpPr/>
          <p:nvPr/>
        </p:nvSpPr>
        <p:spPr>
          <a:xfrm>
            <a:off x="812800" y="2524621"/>
            <a:ext cx="4081272"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3F4EF"/>
                </a:solidFill>
                <a:latin typeface="IBM Plex Sans" pitchFamily="34" charset="0"/>
                <a:ea typeface="IBM Plex Sans" pitchFamily="34" charset="-122"/>
                <a:cs typeface="IBM Plex Sans" pitchFamily="34" charset="-120"/>
              </a:rPr>
              <a:t>Sem login</a:t>
            </a:r>
            <a:endParaRPr lang="en-US" sz="1600" dirty="0"/>
          </a:p>
        </p:txBody>
      </p:sp>
      <p:sp>
        <p:nvSpPr>
          <p:cNvPr id="7" name="Text 5"/>
          <p:cNvSpPr/>
          <p:nvPr/>
        </p:nvSpPr>
        <p:spPr>
          <a:xfrm>
            <a:off x="812800" y="2859881"/>
            <a:ext cx="408127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6C2D4"/>
                </a:solidFill>
                <a:latin typeface="IBM Plex Sans" pitchFamily="34" charset="0"/>
                <a:ea typeface="IBM Plex Sans" pitchFamily="34" charset="-122"/>
                <a:cs typeface="IBM Plex Sans" pitchFamily="34" charset="-120"/>
              </a:rPr>
              <a:t>Abriu, está usando. Usuário e computador ficam na auditoria.</a:t>
            </a:r>
            <a:endParaRPr lang="en-US" sz="1200" dirty="0"/>
          </a:p>
        </p:txBody>
      </p:sp>
      <p:sp>
        <p:nvSpPr>
          <p:cNvPr id="8" name="Text 6"/>
          <p:cNvSpPr/>
          <p:nvPr/>
        </p:nvSpPr>
        <p:spPr>
          <a:xfrm>
            <a:off x="812800" y="3489722"/>
            <a:ext cx="4081272"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E9A23B"/>
                </a:solidFill>
                <a:latin typeface="IBM Plex Sans" pitchFamily="34" charset="0"/>
                <a:ea typeface="IBM Plex Sans" pitchFamily="34" charset="-122"/>
                <a:cs typeface="IBM Plex Sans" pitchFamily="34" charset="-120"/>
              </a:rPr>
              <a:t>Aviso de uso simultâneo</a:t>
            </a:r>
            <a:endParaRPr lang="en-US" sz="1600" dirty="0"/>
          </a:p>
        </p:txBody>
      </p:sp>
      <p:sp>
        <p:nvSpPr>
          <p:cNvPr id="9" name="Text 7"/>
          <p:cNvSpPr/>
          <p:nvPr/>
        </p:nvSpPr>
        <p:spPr>
          <a:xfrm>
            <a:off x="812800" y="3824982"/>
            <a:ext cx="4368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6C2D4"/>
                </a:solidFill>
                <a:latin typeface="IBM Plex Sans" pitchFamily="34" charset="0"/>
                <a:ea typeface="IBM Plex Sans" pitchFamily="34" charset="-122"/>
                <a:cs typeface="IBM Plex Sans" pitchFamily="34" charset="-120"/>
              </a:rPr>
              <a:t>Quem abre depois vê “Sistema em uso por outro usuário”.</a:t>
            </a:r>
            <a:endParaRPr lang="en-US" sz="1200" dirty="0"/>
          </a:p>
        </p:txBody>
      </p:sp>
      <p:sp>
        <p:nvSpPr>
          <p:cNvPr id="10" name="Text 8"/>
          <p:cNvSpPr/>
          <p:nvPr/>
        </p:nvSpPr>
        <p:spPr>
          <a:xfrm>
            <a:off x="812800" y="4241502"/>
            <a:ext cx="4081272"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3F4EF"/>
                </a:solidFill>
                <a:latin typeface="IBM Plex Sans" pitchFamily="34" charset="0"/>
                <a:ea typeface="IBM Plex Sans" pitchFamily="34" charset="-122"/>
                <a:cs typeface="IBM Plex Sans" pitchFamily="34" charset="-120"/>
              </a:rPr>
              <a:t>À prova de queda</a:t>
            </a:r>
            <a:endParaRPr lang="en-US" sz="1600" dirty="0"/>
          </a:p>
        </p:txBody>
      </p:sp>
      <p:sp>
        <p:nvSpPr>
          <p:cNvPr id="11" name="Text 9"/>
          <p:cNvSpPr/>
          <p:nvPr/>
        </p:nvSpPr>
        <p:spPr>
          <a:xfrm>
            <a:off x="812800" y="4576763"/>
            <a:ext cx="408127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6C2D4"/>
                </a:solidFill>
                <a:latin typeface="IBM Plex Sans" pitchFamily="34" charset="0"/>
                <a:ea typeface="IBM Plex Sans" pitchFamily="34" charset="-122"/>
                <a:cs typeface="IBM Plex Sans" pitchFamily="34" charset="-120"/>
              </a:rPr>
              <a:t>Se o computador travar, a trava expira em 90 segundos.</a:t>
            </a:r>
            <a:endParaRPr lang="en-US" sz="1200" dirty="0"/>
          </a:p>
        </p:txBody>
      </p:sp>
      <p:pic>
        <p:nvPicPr>
          <p:cNvPr id="12" name="Image 0" descr="Tela inicial com a faixa laranja no rodapé: Sistema em uso por outro usuário: ricardo (DIGEP-PC02). Evite salvar dados ao mesmo tempo."/>
          <p:cNvPicPr>
            <a:picLocks noChangeAspect="1"/>
          </p:cNvPicPr>
          <p:nvPr/>
        </p:nvPicPr>
        <p:blipFill>
          <a:blip r:embed="rId3"/>
          <a:srcRect l="-62" r="-62"/>
          <a:stretch/>
        </p:blipFill>
        <p:spPr>
          <a:xfrm>
            <a:off x="5187950" y="1779191"/>
            <a:ext cx="6184900" cy="3860800"/>
          </a:xfrm>
          <a:prstGeom prst="roundRect">
            <a:avLst>
              <a:gd name="adj" fmla="val 2467"/>
            </a:avLst>
          </a:prstGeom>
          <a:effectLst>
            <a:outerShdw blurRad="457200" dist="152400" dir="5400000" algn="bl" rotWithShape="0">
              <a:srgbClr val="000000">
                <a:alpha val="50000"/>
              </a:srgbClr>
            </a:outerShdw>
          </a:effectLst>
        </p:spPr>
      </p:pic>
      <p:sp>
        <p:nvSpPr>
          <p:cNvPr id="13" name="Shape 10"/>
          <p:cNvSpPr/>
          <p:nvPr/>
        </p:nvSpPr>
        <p:spPr>
          <a:xfrm>
            <a:off x="5184775" y="1776016"/>
            <a:ext cx="6191250" cy="3867150"/>
          </a:xfrm>
          <a:prstGeom prst="roundRect">
            <a:avLst>
              <a:gd name="adj" fmla="val 2545"/>
            </a:avLst>
          </a:prstGeom>
          <a:noFill/>
          <a:ln w="6350">
            <a:solidFill>
              <a:srgbClr val="2E4266"/>
            </a:solidFill>
            <a:prstDash val="solid"/>
          </a:ln>
        </p:spPr>
        <p:txBody>
          <a:bodyPr/>
          <a:lstStyle/>
          <a:p>
            <a:endParaRPr lang="pt-BR"/>
          </a:p>
        </p:txBody>
      </p:sp>
      <p:sp>
        <p:nvSpPr>
          <p:cNvPr id="14" name="Text 11"/>
          <p:cNvSpPr/>
          <p:nvPr/>
        </p:nvSpPr>
        <p:spPr>
          <a:xfrm>
            <a:off x="812800" y="6238280"/>
            <a:ext cx="323433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796AD"/>
                </a:solidFill>
                <a:latin typeface="IBM Plex Sans" pitchFamily="34" charset="0"/>
                <a:ea typeface="IBM Plex Sans" pitchFamily="34" charset="-122"/>
                <a:cs typeface="IBM Plex Sans" pitchFamily="34" charset="-120"/>
              </a:rPr>
              <a:t>DIGEP · UnDF · Engenharia de Software</a:t>
            </a:r>
            <a:endParaRPr lang="en-US" sz="1200" dirty="0"/>
          </a:p>
        </p:txBody>
      </p:sp>
      <p:sp>
        <p:nvSpPr>
          <p:cNvPr id="15" name="Text 12"/>
          <p:cNvSpPr/>
          <p:nvPr/>
        </p:nvSpPr>
        <p:spPr>
          <a:xfrm>
            <a:off x="11145441" y="6238280"/>
            <a:ext cx="233759"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796AD"/>
                </a:solidFill>
                <a:latin typeface="IBM Plex Sans" pitchFamily="34" charset="0"/>
                <a:ea typeface="IBM Plex Sans" pitchFamily="34" charset="-122"/>
                <a:cs typeface="IBM Plex Sans"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95" dirty="0">
                <a:solidFill>
                  <a:srgbClr val="7AAAF2"/>
                </a:solidFill>
                <a:latin typeface="IBM Plex Sans" pitchFamily="34" charset="0"/>
                <a:ea typeface="IBM Plex Sans" pitchFamily="34" charset="-122"/>
                <a:cs typeface="IBM Plex Sans" pitchFamily="34" charset="-120"/>
              </a:rPr>
              <a:t>DIGEP · FOLHAS DE PONTO DA UNDF</a:t>
            </a:r>
            <a:endParaRPr lang="en-US" sz="1200" dirty="0"/>
          </a:p>
        </p:txBody>
      </p:sp>
      <p:sp>
        <p:nvSpPr>
          <p:cNvPr id="3" name="Text 1"/>
          <p:cNvSpPr>
            <a:spLocks noGrp="1"/>
          </p:cNvSpPr>
          <p:nvPr>
            <p:ph type="title"/>
          </p:nvPr>
        </p:nvSpPr>
        <p:spPr>
          <a:xfrm>
            <a:off x="812800" y="2532459"/>
            <a:ext cx="10883392" cy="939800"/>
          </a:xfrm>
          <a:prstGeom prst="rect">
            <a:avLst/>
          </a:prstGeom>
          <a:noFill/>
          <a:ln/>
        </p:spPr>
        <p:txBody>
          <a:bodyPr wrap="square" lIns="0" tIns="0" rIns="0" bIns="0" rtlCol="0" anchor="t">
            <a:normAutofit/>
          </a:bodyPr>
          <a:lstStyle/>
          <a:p>
            <a:pPr marL="0" indent="0" algn="l">
              <a:lnSpc>
                <a:spcPts val="7200"/>
              </a:lnSpc>
              <a:buNone/>
            </a:pPr>
            <a:r>
              <a:rPr lang="en-US" sz="7200" b="1" i="0" kern="0" spc="-145" dirty="0">
                <a:solidFill>
                  <a:srgbClr val="F3F4EF"/>
                </a:solidFill>
                <a:latin typeface="Space Grotesk" pitchFamily="34" charset="0"/>
                <a:ea typeface="Space Grotesk" pitchFamily="34" charset="-122"/>
                <a:cs typeface="Space Grotesk" pitchFamily="34" charset="-120"/>
              </a:rPr>
              <a:t>Obrigado!</a:t>
            </a:r>
            <a:endParaRPr lang="en-US" sz="7200" dirty="0"/>
          </a:p>
        </p:txBody>
      </p:sp>
      <p:sp>
        <p:nvSpPr>
          <p:cNvPr id="4" name="Text 2"/>
          <p:cNvSpPr/>
          <p:nvPr/>
        </p:nvSpPr>
        <p:spPr>
          <a:xfrm>
            <a:off x="812800" y="3599259"/>
            <a:ext cx="10883392" cy="416520"/>
          </a:xfrm>
          <a:prstGeom prst="rect">
            <a:avLst/>
          </a:prstGeom>
          <a:noFill/>
          <a:ln/>
        </p:spPr>
        <p:txBody>
          <a:bodyPr wrap="square" lIns="0" tIns="0" rIns="0" bIns="0" rtlCol="0" anchor="t">
            <a:normAutofit/>
          </a:bodyPr>
          <a:lstStyle/>
          <a:p>
            <a:pPr marL="0" indent="0" algn="l">
              <a:lnSpc>
                <a:spcPts val="3080"/>
              </a:lnSpc>
              <a:buNone/>
            </a:pPr>
            <a:r>
              <a:rPr lang="en-US" sz="2800" dirty="0">
                <a:solidFill>
                  <a:srgbClr val="7AAAF2"/>
                </a:solidFill>
                <a:latin typeface="Space Grotesk" pitchFamily="34" charset="0"/>
                <a:ea typeface="Space Grotesk" pitchFamily="34" charset="-122"/>
                <a:cs typeface="Space Grotesk" pitchFamily="34" charset="-120"/>
              </a:rPr>
              <a:t>Perguntas?</a:t>
            </a:r>
            <a:endParaRPr lang="en-US" sz="2800" dirty="0"/>
          </a:p>
        </p:txBody>
      </p:sp>
      <p:sp>
        <p:nvSpPr>
          <p:cNvPr id="5" name="Text 3"/>
          <p:cNvSpPr/>
          <p:nvPr/>
        </p:nvSpPr>
        <p:spPr>
          <a:xfrm>
            <a:off x="812800" y="549662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7AAAF2"/>
                </a:solidFill>
                <a:latin typeface="IBM Plex Sans" pitchFamily="34" charset="0"/>
                <a:ea typeface="IBM Plex Sans" pitchFamily="34" charset="-122"/>
                <a:cs typeface="IBM Plex Sans" pitchFamily="34" charset="-120"/>
              </a:rPr>
              <a:t>Engenharia de Software · 5º semestre · UnDF</a:t>
            </a:r>
            <a:endParaRPr lang="en-US" sz="1200" dirty="0"/>
          </a:p>
        </p:txBody>
      </p:sp>
      <p:sp>
        <p:nvSpPr>
          <p:cNvPr id="6" name="Text 4"/>
          <p:cNvSpPr/>
          <p:nvPr/>
        </p:nvSpPr>
        <p:spPr>
          <a:xfrm>
            <a:off x="812800" y="5760740"/>
            <a:ext cx="1088339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3F4EF"/>
                </a:solidFill>
                <a:latin typeface="IBM Plex Sans" pitchFamily="34" charset="0"/>
                <a:ea typeface="IBM Plex Sans" pitchFamily="34" charset="-122"/>
                <a:cs typeface="IBM Plex Sans" pitchFamily="34" charset="-120"/>
              </a:rPr>
              <a:t>Gabriel · João Paulo · Ricardo · Lucas</a:t>
            </a:r>
            <a:endParaRPr lang="en-US" sz="1600" dirty="0"/>
          </a:p>
        </p:txBody>
      </p:sp>
    </p:spTree>
  </p:cSld>
  <p:clrMapOvr>
    <a:masterClrMapping/>
  </p:clrMapOvr>
</p:sld>
</file>

<file path=ppt/theme/theme1.xml><?xml version="1.0" encoding="utf-8"?>
<a:theme xmlns:a="http://schemas.openxmlformats.org/drawingml/2006/main" name="DIGEP — Folhas de Ponto da UnDF">
  <a:themeElements>
    <a:clrScheme name="DIGEP — Folhas de Ponto da UnDF">
      <a:dk1>
        <a:srgbClr val="0E1726"/>
      </a:dk1>
      <a:lt1>
        <a:srgbClr val="F3F4EF"/>
      </a:lt1>
      <a:dk2>
        <a:srgbClr val="252D3A"/>
      </a:dk2>
      <a:lt2>
        <a:srgbClr val="BABDBD"/>
      </a:lt2>
      <a:accent1>
        <a:srgbClr val="2C66C2"/>
      </a:accent1>
      <a:accent2>
        <a:srgbClr val="7AAAF2"/>
      </a:accent2>
      <a:accent3>
        <a:srgbClr val="E9A23B"/>
      </a:accent3>
      <a:accent4>
        <a:srgbClr val="4A5568"/>
      </a:accent4>
      <a:accent5>
        <a:srgbClr val="B6C2D4"/>
      </a:accent5>
      <a:accent6>
        <a:srgbClr val="8796AD"/>
      </a:accent6>
      <a:hlink>
        <a:srgbClr val="0563C1"/>
      </a:hlink>
      <a:folHlink>
        <a:srgbClr val="954F72"/>
      </a:folHlink>
    </a:clrScheme>
    <a:fontScheme name="DIGEP — Folhas de Ponto da UnDF">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3054</Words>
  <Application>Microsoft Office PowerPoint</Application>
  <PresentationFormat>Widescreen</PresentationFormat>
  <Paragraphs>256</Paragraphs>
  <Slides>16</Slides>
  <Notes>16</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16</vt:i4>
      </vt:variant>
    </vt:vector>
  </HeadingPairs>
  <TitlesOfParts>
    <vt:vector size="21" baseType="lpstr">
      <vt:lpstr>Space Grotesk</vt:lpstr>
      <vt:lpstr>JetBrains Mono</vt:lpstr>
      <vt:lpstr>IBM Plex Sans</vt:lpstr>
      <vt:lpstr>Arial</vt:lpstr>
      <vt:lpstr>DIGEP — Folhas de Ponto da UnDF</vt:lpstr>
      <vt:lpstr>DIGEP</vt:lpstr>
      <vt:lpstr>Uma folha de ponto, seis etapas, todo mês</vt:lpstr>
      <vt:lpstr>O que a DIGEP pediu</vt:lpstr>
      <vt:lpstr>O sistema faz o trabalho repetitivo. A pessoa só confere e confirma.</vt:lpstr>
      <vt:lpstr>Dois fluxos guiados, do começo ao fim</vt:lpstr>
      <vt:lpstr>Gerar e enviar folhas de ponto</vt:lpstr>
      <vt:lpstr>As datas especiais entram sozinhas na folha</vt:lpstr>
      <vt:lpstr>Enviar folhas assinadas</vt:lpstr>
      <vt:lpstr>Como o DIGEP descobre de quem é a folha</vt:lpstr>
      <vt:lpstr>Funciona até com foto tirada no celular</vt:lpstr>
      <vt:lpstr>Cada folha no seu lugar, com nome padrão</vt:lpstr>
      <vt:lpstr>Cadastro por planilha ou à mão</vt:lpstr>
      <vt:lpstr>Cada envio fica registrado</vt:lpstr>
      <vt:lpstr>Arquitetura limpa: regras no centro</vt:lpstr>
      <vt:lpstr>Uma pasta de rede, sem login, com aviso de uso</vt:lpstr>
      <vt:lpstr>Obrigado!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DIGEP — Folhas de Ponto da UnDF</dc:title>
  <dc:subject/>
  <dc:creator>Gabriel Menezes</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presentationâ€™s text: its family and style names and the weight and style it declares were rewritten, and any digital signature, which no longer matched, was removed. Google Fonts serves each family in parts, one file per range of characters, so these may not be a familyâ€™s complete files. Each familyâ€™s copyright lines and license follow, and each family stays under its own license; if you pass this file on, keep these notices with it.
Space Grotesk
Copyright 2020 The Space Grotesk Project Authors (https://github.com/floriankarsten/space-grotesk)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dc:description>
  <cp:lastModifiedBy>Gabriel Paulino</cp:lastModifiedBy>
  <cp:revision>1</cp:revision>
  <dcterms:created xsi:type="dcterms:W3CDTF">2026-10-28T01:49:06Z</dcterms:created>
  <dcterms:modified xsi:type="dcterms:W3CDTF">2026-10-28T01:59:25Z</dcterms:modified>
</cp:coreProperties>
</file>